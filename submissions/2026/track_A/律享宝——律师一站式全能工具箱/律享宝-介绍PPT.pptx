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16"/>
  </p:handoutMasterIdLst>
  <p:sldIdLst>
    <p:sldId id="267" r:id="rId4"/>
    <p:sldId id="268" r:id="rId6"/>
    <p:sldId id="269" r:id="rId7"/>
    <p:sldId id="270" r:id="rId8"/>
    <p:sldId id="271" r:id="rId9"/>
    <p:sldId id="272" r:id="rId10"/>
    <p:sldId id="273" r:id="rId11"/>
    <p:sldId id="274" r:id="rId12"/>
    <p:sldId id="275" r:id="rId13"/>
    <p:sldId id="276" r:id="rId14"/>
    <p:sldId id="277" r:id="rId15"/>
  </p:sldIdLst>
  <p:sldSz cx="12192000" cy="6858000"/>
  <p:notesSz cx="6858000" cy="9144000"/>
  <p:custDataLst>
    <p:tags r:id="rId20"/>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209.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sym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sym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大家好。今天，我们站在这里，面对一个巨大的行业痛点。我们相信，科技应该服务于人，而不是让人成为流程的奴隶。我们带来了一个全新的解决方案，它将彻底改变律师的工作方式。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我们来看一个惊人的数字：60%。这是一位普通律师每天花费在撰写各种标准化法律文书上的时间比例。他们本应是正义的守护者，却沦为了文书的奴隶。这不仅是个人的悲哀，更是整个行业的巨大浪费。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今天的律师，面临着三大困境：效率低下，被重复性劳动束缚；工具难用，强大的AI技术无法真正赋能；品牌缺失，个人价值被平台所掩盖。这三个问题，像三座大山，压得他们喘不过气。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今天，我们带来了答案。它的名字叫“律享宝”。它不是又一个简单的工具，而是一个智能的、全链路的AI Agent，专为律师打造。它将彻底改变游戏规则。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首先，是极致的效率。律享宝内置了超过90种标准化的法律文书模板。律师只需输入关键信息，我们的AI就能在30秒内生成一份结构完整、逻辑严谨的专业文书。这不仅仅是节省时间，这是把律师的智慧还给他们。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其次，是智能赋能。我们知道，很多律师不是不想用AI，而是不会用。律享宝解决了这个问题。它整合了市面上所有强大的法律AI工具，并提供了保姆级的教程。我们让技术变得平易近人，让每一位律师都能成为AI的主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也是最重要的一点，是品牌塑造。在“后大所时代”，个人品牌就是律师的生命线。律享宝能帮助律师自动完成个人品牌的包装和宣传，并一键分发到各大平台。我们让每一位律师，都能拥有自己的“市场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这一切的背后，是一颗强大的心脏——Google的Gemma 4。我们没有简单地调用API，而是深度应用了它的原生函数调用和多步规划能力。这让律享宝不仅仅是一个聊天机器人，而是一个真正能够自主思考、自主行动的智能助理。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我们的目标市场，是全国60万执业律师。这是一个巨大的、充满潜力的市场。他们渴望改变，渴望提升效率，渴望建立自己的品牌。而我们，正是为他们而生。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我们的愿景很简单：赋能每一位律师，让他们从繁琐的工作中解放出来，更专注于他们真正应该做的事情——维护公平与正义。我们相信，科技的力量，最终是为了让世界变得更美好。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谢谢大家。我们已经准备好，开启法律行业的新篇章。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image" Target="file:///C:\Users\1V994W2\PycharmProjects\PPT_Background_Generation/pic_temp/0_pic_quater_right_down.png" TargetMode="External"/><Relationship Id="rId6" Type="http://schemas.openxmlformats.org/officeDocument/2006/relationships/image" Target="../media/image2.png"/><Relationship Id="rId5" Type="http://schemas.openxmlformats.org/officeDocument/2006/relationships/tags" Target="../tags/tag2.xml"/><Relationship Id="rId4" Type="http://schemas.openxmlformats.org/officeDocument/2006/relationships/image" Target="file:///C:\Users\1V994W2\Documents\Tencent%20Files\574576071\FileRecv\&#25340;&#35013;&#32032;&#26448;\&#21830;&#21153;&#31185;&#25216;-16\\04\subject_holdleft_127,250,253_0_staid_full_0.png" TargetMode="External"/><Relationship Id="rId3" Type="http://schemas.openxmlformats.org/officeDocument/2006/relationships/image" Target="../media/image1.png"/><Relationship Id="rId2" Type="http://schemas.openxmlformats.org/officeDocument/2006/relationships/tags" Target="../tags/tag1.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1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10.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file:///C:\Users\1V994W2\PycharmProjects\PPT_Background_Generation/pic_temp/pic_half_right.png" TargetMode="External"/><Relationship Id="rId3" Type="http://schemas.openxmlformats.org/officeDocument/2006/relationships/image" Target="../media/image4.png"/><Relationship Id="rId2" Type="http://schemas.openxmlformats.org/officeDocument/2006/relationships/tags" Target="../tags/tag17.xml"/><Relationship Id="rId10" Type="http://schemas.openxmlformats.org/officeDocument/2006/relationships/tags" Target="../tags/tag2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25.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33.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3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file:///C:\Users\1V994W2\Documents\Tencent%20Files\574576071\FileRecv\&#25340;&#35013;&#32032;&#26448;\&#21830;&#21153;&#31185;&#25216;-16\\04\subject_holdleft_127,250,253_0_staid_full_0.png" TargetMode="External"/><Relationship Id="rId3" Type="http://schemas.openxmlformats.org/officeDocument/2006/relationships/image" Target="../media/image5.png"/><Relationship Id="rId2" Type="http://schemas.openxmlformats.org/officeDocument/2006/relationships/tags" Target="../tags/tag4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52.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51.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60.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59.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67.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66.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image" Target="file:///C:\Users\1V994W2\PycharmProjects\PPT_Background_Generation/pic_temp/0_pic_quater_right_down.png" TargetMode="External"/><Relationship Id="rId6" Type="http://schemas.openxmlformats.org/officeDocument/2006/relationships/image" Target="../media/image2.png"/><Relationship Id="rId5" Type="http://schemas.openxmlformats.org/officeDocument/2006/relationships/tags" Target="../tags/tag73.xml"/><Relationship Id="rId4" Type="http://schemas.openxmlformats.org/officeDocument/2006/relationships/image" Target="file:///C:\Users\1V994W2\Documents\Tencent%20Files\574576071\FileRecv\&#25340;&#35013;&#32032;&#26448;\&#21830;&#21153;&#31185;&#25216;-16\\04\subject_holdleft_127,250,253_0_staid_full_0.png" TargetMode="External"/><Relationship Id="rId3" Type="http://schemas.openxmlformats.org/officeDocument/2006/relationships/image" Target="../media/image1.png"/><Relationship Id="rId2" Type="http://schemas.openxmlformats.org/officeDocument/2006/relationships/tags" Target="../tags/tag72.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80.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79.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87.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86.xml"/><Relationship Id="rId2" Type="http://schemas.openxmlformats.org/officeDocument/2006/relationships/tags" Target="../tags/tag85.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94.xml"/><Relationship Id="rId2" Type="http://schemas.openxmlformats.org/officeDocument/2006/relationships/tags" Target="../tags/tag93.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03.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02.xml"/><Relationship Id="rId2" Type="http://schemas.openxmlformats.org/officeDocument/2006/relationships/tags" Target="../tags/tag101.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12.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11.xml"/><Relationship Id="rId2" Type="http://schemas.openxmlformats.org/officeDocument/2006/relationships/tags" Target="../tags/tag110.xml"/><Relationship Id="rId14" Type="http://schemas.openxmlformats.org/officeDocument/2006/relationships/tags" Target="../tags/tag118.xml"/><Relationship Id="rId13" Type="http://schemas.openxmlformats.org/officeDocument/2006/relationships/tags" Target="../tags/tag117.xml"/><Relationship Id="rId12" Type="http://schemas.openxmlformats.org/officeDocument/2006/relationships/tags" Target="../tags/tag116.xml"/><Relationship Id="rId11" Type="http://schemas.openxmlformats.org/officeDocument/2006/relationships/tags" Target="../tags/tag115.xml"/><Relationship Id="rId10" Type="http://schemas.openxmlformats.org/officeDocument/2006/relationships/tags" Target="../tags/tag114.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21.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20.xml"/><Relationship Id="rId2" Type="http://schemas.openxmlformats.org/officeDocument/2006/relationships/tags" Target="../tags/tag119.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32.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31.xml"/><Relationship Id="rId2" Type="http://schemas.openxmlformats.org/officeDocument/2006/relationships/tags" Target="../tags/tag130.xml"/><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cstate="screen"/>
          <a:stretch>
            <a:fillRect/>
          </a:stretch>
        </p:blipFill>
        <p:spPr>
          <a:xfrm>
            <a:off x="6096000" y="685800"/>
            <a:ext cx="5486400" cy="5486400"/>
          </a:xfrm>
          <a:prstGeom prst="rect">
            <a:avLst/>
          </a:prstGeom>
        </p:spPr>
      </p:pic>
      <p:pic>
        <p:nvPicPr>
          <p:cNvPr id="5" name="图片 4"/>
          <p:cNvPicPr/>
          <p:nvPr userDrawn="1">
            <p:custDataLst>
              <p:tags r:id="rId5"/>
            </p:custDataLst>
          </p:nvPr>
        </p:nvPicPr>
        <p:blipFill>
          <a:blip r:embed="rId6" r:link="rId7" cstate="screen"/>
          <a:stretch>
            <a:fillRect/>
          </a:stretch>
        </p:blipFill>
        <p:spPr>
          <a:xfrm>
            <a:off x="0" y="0"/>
            <a:ext cx="720090" cy="663665"/>
          </a:xfrm>
          <a:prstGeom prst="rect">
            <a:avLst/>
          </a:prstGeom>
        </p:spPr>
      </p:pic>
      <p:sp>
        <p:nvSpPr>
          <p:cNvPr id="16" name="日期占位符 15"/>
          <p:cNvSpPr>
            <a:spLocks noGrp="1"/>
          </p:cNvSpPr>
          <p:nvPr>
            <p:ph type="dt" sz="half" idx="10"/>
            <p:custDataLst>
              <p:tags r:id="rId8"/>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9"/>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10"/>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6" hasCustomPrompt="1"/>
            <p:custDataLst>
              <p:tags r:id="rId11"/>
            </p:custDataLst>
          </p:nvPr>
        </p:nvSpPr>
        <p:spPr>
          <a:xfrm>
            <a:off x="1270001" y="4150194"/>
            <a:ext cx="1910715"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dirty="0"/>
              <a:t>编辑副标题</a:t>
            </a:r>
            <a:endParaRPr lang="zh-CN" altLang="en-US" dirty="0"/>
          </a:p>
        </p:txBody>
      </p:sp>
      <p:sp>
        <p:nvSpPr>
          <p:cNvPr id="4" name="文本占位符 3"/>
          <p:cNvSpPr>
            <a:spLocks noGrp="1"/>
          </p:cNvSpPr>
          <p:nvPr>
            <p:ph type="body" sz="quarter" idx="15" hasCustomPrompt="1"/>
            <p:custDataLst>
              <p:tags r:id="rId12"/>
            </p:custDataLst>
          </p:nvPr>
        </p:nvSpPr>
        <p:spPr>
          <a:xfrm>
            <a:off x="1270001" y="4625174"/>
            <a:ext cx="1910715"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dirty="0"/>
              <a:t>编辑副标题</a:t>
            </a:r>
            <a:endParaRPr lang="zh-CN" altLang="en-US" dirty="0"/>
          </a:p>
        </p:txBody>
      </p:sp>
      <p:sp>
        <p:nvSpPr>
          <p:cNvPr id="3" name="副标题 2"/>
          <p:cNvSpPr>
            <a:spLocks noGrp="1"/>
          </p:cNvSpPr>
          <p:nvPr>
            <p:ph type="subTitle" idx="14" hasCustomPrompt="1"/>
            <p:custDataLst>
              <p:tags r:id="rId13"/>
            </p:custDataLst>
          </p:nvPr>
        </p:nvSpPr>
        <p:spPr>
          <a:xfrm>
            <a:off x="1270000" y="2837180"/>
            <a:ext cx="4826000" cy="1111250"/>
          </a:xfrm>
        </p:spPr>
        <p:txBody>
          <a:bodyPr vert="horz" wrap="square" lIns="0" tIns="0" rIns="0" bIns="0" anchor="t" anchorCtr="0">
            <a:normAutofit/>
          </a:bodyPr>
          <a:lstStyle>
            <a:lvl1pPr marL="0" marR="0" indent="0" algn="l" defTabSz="914400" rtl="0" eaLnBrk="1" fontAlgn="auto" latinLnBrk="0" hangingPunct="1">
              <a:lnSpc>
                <a:spcPct val="120000"/>
              </a:lnSpc>
              <a:spcBef>
                <a:spcPts val="0"/>
              </a:spcBef>
              <a:spcAft>
                <a:spcPts val="0"/>
              </a:spcAft>
              <a:buClrTx/>
              <a:buSzPts val="1800"/>
              <a:buFont typeface="Arial" panose="020B0604020202020204" pitchFamily="34" charset="0"/>
              <a:buNone/>
              <a:defRPr sz="1800" b="0" spc="200">
                <a:solidFill>
                  <a:schemeClr val="bg1"/>
                </a:solidFill>
                <a:latin typeface="微软雅黑" panose="020B0503020204020204" charset="-122"/>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endParaRPr lang="zh-CN" altLang="en-US"/>
          </a:p>
        </p:txBody>
      </p:sp>
      <p:sp>
        <p:nvSpPr>
          <p:cNvPr id="2" name="标题 1"/>
          <p:cNvSpPr>
            <a:spLocks noGrp="1"/>
          </p:cNvSpPr>
          <p:nvPr>
            <p:ph type="ctrTitle" idx="13" hasCustomPrompt="1"/>
            <p:custDataLst>
              <p:tags r:id="rId14"/>
            </p:custDataLst>
          </p:nvPr>
        </p:nvSpPr>
        <p:spPr>
          <a:xfrm>
            <a:off x="1270001" y="1661796"/>
            <a:ext cx="4825365" cy="970915"/>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accent1"/>
                </a:solidFill>
                <a:latin typeface="微软雅黑" panose="020B0503020204020204" charset="-122"/>
                <a:ea typeface="微软雅黑" panose="020B0503020204020204" charset="-122"/>
              </a:defRPr>
            </a:lvl1pPr>
          </a:lstStyle>
          <a:p>
            <a:r>
              <a:rPr lang="zh-CN" altLang="en-US" dirty="0"/>
              <a:t>编辑标题</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7" name="图片 6"/>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screen"/>
          <a:stretch>
            <a:fillRect/>
          </a:stretch>
        </p:blipFill>
        <p:spPr>
          <a:xfrm>
            <a:off x="10160000" y="1397000"/>
            <a:ext cx="2032000" cy="4064000"/>
          </a:xfrm>
          <a:prstGeom prst="rect">
            <a:avLst/>
          </a:prstGeom>
        </p:spPr>
      </p:pic>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p:ph type="ctrTitle" idx="14" hasCustomPrompt="1"/>
            <p:custDataLst>
              <p:tags r:id="rId8"/>
            </p:custDataLst>
          </p:nvPr>
        </p:nvSpPr>
        <p:spPr>
          <a:xfrm>
            <a:off x="3811906" y="2433955"/>
            <a:ext cx="5767705" cy="835660"/>
          </a:xfrm>
        </p:spPr>
        <p:txBody>
          <a:bodyPr vert="horz" wrap="square" lIns="0" tIns="0" rIns="0" bIns="0" anchor="ctr"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4800" b="0" spc="500">
                <a:solidFill>
                  <a:schemeClr val="accent1"/>
                </a:solidFill>
                <a:latin typeface="微软雅黑" panose="020B0503020204020204" charset="-122"/>
                <a:ea typeface="微软雅黑" panose="020B0503020204020204"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9"/>
            </p:custDataLst>
          </p:nvPr>
        </p:nvSpPr>
        <p:spPr>
          <a:xfrm>
            <a:off x="3811906" y="3681096"/>
            <a:ext cx="5767705" cy="321945"/>
          </a:xfrm>
        </p:spPr>
        <p:txBody>
          <a:bodyPr vert="horz" wrap="square" lIns="0" tIns="0" rIns="0" bIns="0" anchor="t" anchorCtr="0">
            <a:normAutofit/>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spc="200">
                <a:solidFill>
                  <a:schemeClr val="bg1"/>
                </a:solidFill>
                <a:latin typeface="微软雅黑" panose="020B0503020204020204" charset="-122"/>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endParaRPr lang="zh-CN" altLang="en-US"/>
          </a:p>
        </p:txBody>
      </p:sp>
      <p:cxnSp>
        <p:nvCxnSpPr>
          <p:cNvPr id="8" name="直接连接符 7"/>
          <p:cNvCxnSpPr/>
          <p:nvPr userDrawn="1">
            <p:custDataLst>
              <p:tags r:id="rId10"/>
            </p:custDataLst>
          </p:nvPr>
        </p:nvCxnSpPr>
        <p:spPr>
          <a:xfrm>
            <a:off x="3144521" y="3505200"/>
            <a:ext cx="643509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8" name="图片 7"/>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微软雅黑" panose="020B0503020204020204" charset="-122"/>
                <a:ea typeface="微软雅黑" panose="020B0503020204020204" charset="-122"/>
              </a:defRPr>
            </a:lvl1pPr>
            <a:lvl2pPr eaLnBrk="1" fontAlgn="auto" latinLnBrk="0" hangingPunct="1">
              <a:defRPr sz="1600">
                <a:solidFill>
                  <a:schemeClr val="tx1"/>
                </a:solidFill>
                <a:latin typeface="微软雅黑" panose="020B0503020204020204" charset="-122"/>
                <a:ea typeface="微软雅黑" panose="020B0503020204020204" charset="-122"/>
              </a:defRPr>
            </a:lvl2pPr>
            <a:lvl3pPr eaLnBrk="1" fontAlgn="auto" latinLnBrk="0" hangingPunct="1">
              <a:defRPr sz="1600">
                <a:solidFill>
                  <a:schemeClr val="tx1"/>
                </a:solidFill>
                <a:latin typeface="微软雅黑" panose="020B0503020204020204" charset="-122"/>
                <a:ea typeface="微软雅黑" panose="020B0503020204020204" charset="-122"/>
              </a:defRPr>
            </a:lvl3pPr>
            <a:lvl4pPr eaLnBrk="1" fontAlgn="auto" latinLnBrk="0" hangingPunct="1">
              <a:defRPr sz="1600">
                <a:solidFill>
                  <a:schemeClr val="tx1"/>
                </a:solidFill>
                <a:latin typeface="微软雅黑" panose="020B0503020204020204" charset="-122"/>
                <a:ea typeface="微软雅黑" panose="020B0503020204020204" charset="-122"/>
              </a:defRPr>
            </a:lvl4pPr>
            <a:lvl5pPr eaLnBrk="1" fontAlgn="auto" latinLnBrk="0" hangingPunct="1">
              <a:defRPr sz="160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10"/>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10" name="图片 9"/>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screen"/>
          <a:stretch>
            <a:fillRect/>
          </a:stretch>
        </p:blipFill>
        <p:spPr>
          <a:xfrm>
            <a:off x="304800" y="1234440"/>
            <a:ext cx="4389120" cy="4389120"/>
          </a:xfrm>
          <a:prstGeom prst="rect">
            <a:avLst/>
          </a:prstGeom>
        </p:spPr>
      </p:pic>
      <p:sp>
        <p:nvSpPr>
          <p:cNvPr id="6" name="矩形 5"/>
          <p:cNvSpPr/>
          <p:nvPr userDrawn="1">
            <p:custDataLst>
              <p:tags r:id="rId5"/>
            </p:custDataLst>
          </p:nvPr>
        </p:nvSpPr>
        <p:spPr>
          <a:xfrm>
            <a:off x="4876800" y="0"/>
            <a:ext cx="7315200" cy="6858000"/>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cs typeface="微软雅黑" panose="020B0503020204020204" charset="-122"/>
              <a:sym typeface="微软雅黑" panose="020B0503020204020204" charset="-122"/>
            </a:endParaRPr>
          </a:p>
        </p:txBody>
      </p:sp>
      <p:sp>
        <p:nvSpPr>
          <p:cNvPr id="2" name="标题 1"/>
          <p:cNvSpPr>
            <a:spLocks noGrp="1"/>
          </p:cNvSpPr>
          <p:nvPr>
            <p:ph type="title"/>
            <p:custDataLst>
              <p:tags r:id="rId6"/>
            </p:custDataLst>
          </p:nvPr>
        </p:nvSpPr>
        <p:spPr>
          <a:xfrm>
            <a:off x="669882" y="443230"/>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8" name="图片 7"/>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2" name="标题 1"/>
          <p:cNvSpPr>
            <a:spLocks noGrp="1"/>
          </p:cNvSpPr>
          <p:nvPr>
            <p:ph type="title"/>
            <p:custDataLst>
              <p:tags r:id="rId8"/>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7" name="图片 6"/>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2" name="竖排标题 1"/>
          <p:cNvSpPr>
            <a:spLocks noGrp="1"/>
          </p:cNvSpPr>
          <p:nvPr>
            <p:ph type="title" orient="vert"/>
            <p:custDataLst>
              <p:tags r:id="rId8"/>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微软雅黑" panose="020B0503020204020204" charset="-122"/>
                <a:ea typeface="微软雅黑" panose="020B0503020204020204" charset="-122"/>
              </a:defRPr>
            </a:lvl1pPr>
            <a:lvl2pPr indent="0" eaLnBrk="1" fontAlgn="auto" latinLnBrk="0" hangingPunct="1">
              <a:defRPr>
                <a:solidFill>
                  <a:schemeClr val="tx1"/>
                </a:solidFill>
                <a:latin typeface="微软雅黑" panose="020B0503020204020204" charset="-122"/>
                <a:ea typeface="微软雅黑" panose="020B0503020204020204" charset="-122"/>
              </a:defRPr>
            </a:lvl2pPr>
            <a:lvl3pPr indent="0" eaLnBrk="1" fontAlgn="auto" latinLnBrk="0" hangingPunct="1">
              <a:defRPr>
                <a:solidFill>
                  <a:schemeClr val="tx1"/>
                </a:solidFill>
                <a:latin typeface="微软雅黑" panose="020B0503020204020204" charset="-122"/>
                <a:ea typeface="微软雅黑" panose="020B0503020204020204" charset="-122"/>
              </a:defRPr>
            </a:lvl3pPr>
            <a:lvl4pPr indent="0" eaLnBrk="1" fontAlgn="auto" latinLnBrk="0" hangingPunct="1">
              <a:defRPr>
                <a:solidFill>
                  <a:schemeClr val="tx1"/>
                </a:solidFill>
                <a:latin typeface="微软雅黑" panose="020B0503020204020204" charset="-122"/>
                <a:ea typeface="微软雅黑" panose="020B0503020204020204" charset="-122"/>
              </a:defRPr>
            </a:lvl4pPr>
            <a:lvl5pPr indent="0" eaLnBrk="1" fontAlgn="auto" latinLnBrk="0" hangingPunct="1">
              <a:defRPr>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6" name="图片 5"/>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3" name="日期占位符 2"/>
          <p:cNvSpPr>
            <a:spLocks noGrp="1"/>
          </p:cNvSpPr>
          <p:nvPr>
            <p:ph type="dt" sz="half" idx="10"/>
            <p:custDataLst>
              <p:tags r:id="rId8"/>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669930" y="952508"/>
            <a:ext cx="10852237" cy="5388907"/>
          </a:xfrm>
        </p:spPr>
        <p:txBody>
          <a:bodyPr wrap="square">
            <a:normAutofit/>
          </a:bodyPr>
          <a:lstStyle>
            <a:lvl1pPr>
              <a:defRPr>
                <a:solidFill>
                  <a:schemeClr val="tx1"/>
                </a:solidFill>
                <a:latin typeface="微软雅黑" panose="020B0503020204020204" charset="-122"/>
                <a:ea typeface="微软雅黑" panose="020B0503020204020204" charset="-122"/>
              </a:defRPr>
            </a:lvl1pPr>
            <a:lvl2pPr>
              <a:defRPr>
                <a:solidFill>
                  <a:schemeClr val="tx1"/>
                </a:solidFill>
                <a:latin typeface="微软雅黑" panose="020B0503020204020204" charset="-122"/>
                <a:ea typeface="微软雅黑" panose="020B0503020204020204" charset="-122"/>
              </a:defRPr>
            </a:lvl2pPr>
            <a:lvl3pPr>
              <a:defRPr>
                <a:solidFill>
                  <a:schemeClr val="tx1"/>
                </a:solidFill>
                <a:latin typeface="微软雅黑" panose="020B0503020204020204" charset="-122"/>
                <a:ea typeface="微软雅黑" panose="020B0503020204020204" charset="-122"/>
              </a:defRPr>
            </a:lvl3pPr>
            <a:lvl4pPr>
              <a:defRPr>
                <a:solidFill>
                  <a:schemeClr val="tx1"/>
                </a:solidFill>
                <a:latin typeface="微软雅黑" panose="020B0503020204020204" charset="-122"/>
                <a:ea typeface="微软雅黑" panose="020B0503020204020204" charset="-122"/>
              </a:defRPr>
            </a:lvl4pPr>
            <a:lvl5pPr>
              <a:defRPr>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screen"/>
          <a:stretch>
            <a:fillRect/>
          </a:stretch>
        </p:blipFill>
        <p:spPr>
          <a:xfrm>
            <a:off x="609600" y="685800"/>
            <a:ext cx="5486400" cy="5486400"/>
          </a:xfrm>
          <a:prstGeom prst="rect">
            <a:avLst/>
          </a:prstGeom>
        </p:spPr>
      </p:pic>
      <p:pic>
        <p:nvPicPr>
          <p:cNvPr id="6" name="图片 5"/>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3" name="日期占位符 2"/>
          <p:cNvSpPr>
            <a:spLocks noGrp="1"/>
          </p:cNvSpPr>
          <p:nvPr>
            <p:ph type="dt" sz="half" idx="10"/>
            <p:custDataLst>
              <p:tags r:id="rId8"/>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
        <p:nvSpPr>
          <p:cNvPr id="8" name="文本占位符 7"/>
          <p:cNvSpPr>
            <a:spLocks noGrp="1"/>
          </p:cNvSpPr>
          <p:nvPr>
            <p:ph type="body" idx="14" hasCustomPrompt="1"/>
            <p:custDataLst>
              <p:tags r:id="rId11"/>
            </p:custDataLst>
          </p:nvPr>
        </p:nvSpPr>
        <p:spPr>
          <a:xfrm>
            <a:off x="6730982" y="4287202"/>
            <a:ext cx="4572036" cy="370205"/>
          </a:xfrm>
        </p:spPr>
        <p:txBody>
          <a:bodyPr vert="horz" wrap="square" lIns="0" tIns="0" rIns="0" bIns="0" anchor="t" anchorCtr="0">
            <a:normAutofit/>
          </a:bodyPr>
          <a:lstStyle>
            <a:lvl1pPr marL="457200" marR="0" indent="-457200" algn="l" rtl="0" eaLnBrk="1" fontAlgn="auto">
              <a:lnSpc>
                <a:spcPct val="100000"/>
              </a:lnSpc>
              <a:spcBef>
                <a:spcPts val="0"/>
              </a:spcBef>
              <a:spcAft>
                <a:spcPts val="0"/>
              </a:spcAft>
              <a:buClrTx/>
              <a:buSzPts val="2000"/>
              <a:buFont typeface="Arial" panose="020B0604020202020204" pitchFamily="34" charset="0"/>
              <a:buNone/>
              <a:defRPr sz="2000" b="0" spc="200">
                <a:solidFill>
                  <a:schemeClr val="bg1"/>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单击此处编辑副标题</a:t>
            </a:r>
            <a:endParaRPr lang="zh-CN" altLang="en-US"/>
          </a:p>
        </p:txBody>
      </p:sp>
      <p:sp>
        <p:nvSpPr>
          <p:cNvPr id="2" name="标题 1"/>
          <p:cNvSpPr>
            <a:spLocks noGrp="1"/>
          </p:cNvSpPr>
          <p:nvPr>
            <p:ph type="title" idx="13" hasCustomPrompt="1"/>
            <p:custDataLst>
              <p:tags r:id="rId12"/>
            </p:custDataLst>
          </p:nvPr>
        </p:nvSpPr>
        <p:spPr>
          <a:xfrm>
            <a:off x="6730982" y="2910522"/>
            <a:ext cx="4572036" cy="1172210"/>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accent1"/>
                </a:solidFill>
                <a:latin typeface="微软雅黑" panose="020B0503020204020204" charset="-122"/>
                <a:ea typeface="微软雅黑" panose="020B0503020204020204" charset="-122"/>
              </a:defRPr>
            </a:lvl1pPr>
          </a:lstStyle>
          <a:p>
            <a:r>
              <a:rPr lang="zh-CN" altLang="en-US"/>
              <a:t>编辑标题</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screen"/>
          <a:stretch>
            <a:fillRect/>
          </a:stretch>
        </p:blipFill>
        <p:spPr>
          <a:xfrm>
            <a:off x="0" y="0"/>
            <a:ext cx="720090" cy="663665"/>
          </a:xfrm>
          <a:prstGeom prst="rect">
            <a:avLst/>
          </a:prstGeom>
        </p:spPr>
      </p:pic>
      <p:pic>
        <p:nvPicPr>
          <p:cNvPr id="6" name="图片 5"/>
          <p:cNvPicPr/>
          <p:nvPr userDrawn="1">
            <p:custDataLst>
              <p:tags r:id="rId5"/>
            </p:custDataLst>
          </p:nvPr>
        </p:nvPicPr>
        <p:blipFill>
          <a:blip r:embed="rId6" r:link="rId7" cstate="screen"/>
          <a:stretch>
            <a:fillRect/>
          </a:stretch>
        </p:blipFill>
        <p:spPr>
          <a:xfrm>
            <a:off x="11471910" y="0"/>
            <a:ext cx="720090" cy="663665"/>
          </a:xfrm>
          <a:prstGeom prst="rect">
            <a:avLst/>
          </a:prstGeom>
        </p:spPr>
      </p:pic>
      <p:sp>
        <p:nvSpPr>
          <p:cNvPr id="2" name="标题 1"/>
          <p:cNvSpPr>
            <a:spLocks noGrp="1"/>
          </p:cNvSpPr>
          <p:nvPr>
            <p:ph type="title"/>
            <p:custDataLst>
              <p:tags r:id="rId8"/>
            </p:custDataLst>
          </p:nvPr>
        </p:nvSpPr>
        <p:spPr>
          <a:xfrm>
            <a:off x="669882" y="443230"/>
            <a:ext cx="10852237" cy="441964"/>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92075" y="303809"/>
            <a:ext cx="11607851" cy="6250382"/>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cs typeface="微软雅黑" panose="020B0503020204020204" charset="-122"/>
              <a:sym typeface="微软雅黑" panose="020B0503020204020204" charset="-122"/>
            </a:endParaRPr>
          </a:p>
        </p:txBody>
      </p:sp>
      <p:pic>
        <p:nvPicPr>
          <p:cNvPr id="9" name="图片 8"/>
          <p:cNvPicPr/>
          <p:nvPr userDrawn="1">
            <p:custDataLst>
              <p:tags r:id="rId3"/>
            </p:custDataLst>
          </p:nvPr>
        </p:nvPicPr>
        <p:blipFill>
          <a:blip r:embed="rId4" r:link="rId5" cstate="screen"/>
          <a:stretch>
            <a:fillRect/>
          </a:stretch>
        </p:blipFill>
        <p:spPr>
          <a:xfrm>
            <a:off x="0" y="0"/>
            <a:ext cx="720090" cy="663665"/>
          </a:xfrm>
          <a:prstGeom prst="rect">
            <a:avLst/>
          </a:prstGeom>
        </p:spPr>
      </p:pic>
      <p:pic>
        <p:nvPicPr>
          <p:cNvPr id="8" name="图片 7"/>
          <p:cNvPicPr/>
          <p:nvPr userDrawn="1">
            <p:custDataLst>
              <p:tags r:id="rId6"/>
            </p:custDataLst>
          </p:nvPr>
        </p:nvPicPr>
        <p:blipFill>
          <a:blip r:embed="rId7" r:link="rId8" cstate="screen"/>
          <a:stretch>
            <a:fillRect/>
          </a:stretch>
        </p:blipFill>
        <p:spPr>
          <a:xfrm>
            <a:off x="11471910" y="0"/>
            <a:ext cx="720090" cy="663665"/>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wrap="square" anchor="ctr">
            <a:normAutofit/>
          </a:bodyPr>
          <a:lstStyle>
            <a:lvl1pPr>
              <a:defRPr sz="3200" baseline="0">
                <a:solidFill>
                  <a:schemeClr val="tx1"/>
                </a:solidFill>
                <a:latin typeface="微软雅黑" panose="020B0503020204020204" charset="-122"/>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cs typeface="微软雅黑" panose="020B0503020204020204" charset="-122"/>
              <a:sym typeface="微软雅黑" panose="020B0503020204020204" charset="-122"/>
            </a:endParaRPr>
          </a:p>
        </p:txBody>
      </p:sp>
      <p:pic>
        <p:nvPicPr>
          <p:cNvPr id="8" name="图片 7"/>
          <p:cNvPicPr/>
          <p:nvPr userDrawn="1">
            <p:custDataLst>
              <p:tags r:id="rId3"/>
            </p:custDataLst>
          </p:nvPr>
        </p:nvPicPr>
        <p:blipFill>
          <a:blip r:embed="rId4" r:link="rId5" cstate="screen"/>
          <a:stretch>
            <a:fillRect/>
          </a:stretch>
        </p:blipFill>
        <p:spPr>
          <a:xfrm>
            <a:off x="11471910" y="0"/>
            <a:ext cx="720090" cy="663665"/>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bg1"/>
                </a:solidFill>
                <a:latin typeface="微软雅黑" panose="020B0503020204020204" charset="-122"/>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bg1"/>
                </a:solidFill>
                <a:latin typeface="微软雅黑" panose="020B0503020204020204" charset="-122"/>
                <a:ea typeface="微软雅黑" panose="020B0503020204020204" charset="-122"/>
              </a:defRPr>
            </a:lvl1pPr>
            <a:lvl2pPr>
              <a:defRPr baseline="0">
                <a:solidFill>
                  <a:schemeClr val="bg1"/>
                </a:solidFill>
                <a:latin typeface="微软雅黑" panose="020B0503020204020204" charset="-122"/>
                <a:ea typeface="微软雅黑" panose="020B0503020204020204" charset="-122"/>
              </a:defRPr>
            </a:lvl2pPr>
            <a:lvl3pPr>
              <a:defRPr baseline="0">
                <a:solidFill>
                  <a:schemeClr val="bg1"/>
                </a:solidFill>
                <a:latin typeface="微软雅黑" panose="020B0503020204020204" charset="-122"/>
                <a:ea typeface="微软雅黑" panose="020B0503020204020204" charset="-122"/>
              </a:defRPr>
            </a:lvl3pPr>
            <a:lvl4pPr>
              <a:defRPr baseline="0">
                <a:solidFill>
                  <a:schemeClr val="bg1"/>
                </a:solidFill>
                <a:latin typeface="微软雅黑" panose="020B0503020204020204" charset="-122"/>
                <a:ea typeface="微软雅黑" panose="020B0503020204020204" charset="-122"/>
              </a:defRPr>
            </a:lvl4pPr>
            <a:lvl5pPr>
              <a:defRPr baseline="0">
                <a:solidFill>
                  <a:schemeClr val="bg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cs typeface="微软雅黑" panose="020B0503020204020204" charset="-122"/>
              <a:sym typeface="微软雅黑" panose="020B0503020204020204" charset="-122"/>
            </a:endParaRPr>
          </a:p>
        </p:txBody>
      </p:sp>
      <p:pic>
        <p:nvPicPr>
          <p:cNvPr id="10" name="图片 9"/>
          <p:cNvPicPr/>
          <p:nvPr userDrawn="1">
            <p:custDataLst>
              <p:tags r:id="rId3"/>
            </p:custDataLst>
          </p:nvPr>
        </p:nvPicPr>
        <p:blipFill>
          <a:blip r:embed="rId4" r:link="rId5" cstate="screen"/>
          <a:stretch>
            <a:fillRect/>
          </a:stretch>
        </p:blipFill>
        <p:spPr>
          <a:xfrm>
            <a:off x="0" y="0"/>
            <a:ext cx="720090" cy="663665"/>
          </a:xfrm>
          <a:prstGeom prst="rect">
            <a:avLst/>
          </a:prstGeom>
        </p:spPr>
      </p:pic>
      <p:pic>
        <p:nvPicPr>
          <p:cNvPr id="8" name="图片 7"/>
          <p:cNvPicPr/>
          <p:nvPr userDrawn="1">
            <p:custDataLst>
              <p:tags r:id="rId6"/>
            </p:custDataLst>
          </p:nvPr>
        </p:nvPicPr>
        <p:blipFill>
          <a:blip r:embed="rId7" r:link="rId8" cstate="screen"/>
          <a:stretch>
            <a:fillRect/>
          </a:stretch>
        </p:blipFill>
        <p:spPr>
          <a:xfrm>
            <a:off x="11471910" y="0"/>
            <a:ext cx="720090" cy="663665"/>
          </a:xfrm>
          <a:prstGeom prst="rect">
            <a:avLst/>
          </a:prstGeom>
        </p:spPr>
      </p:pic>
      <p:sp>
        <p:nvSpPr>
          <p:cNvPr id="2" name="标题 1"/>
          <p:cNvSpPr>
            <a:spLocks noGrp="1"/>
          </p:cNvSpPr>
          <p:nvPr>
            <p:ph type="title"/>
            <p:custDataLst>
              <p:tags r:id="rId9"/>
            </p:custDataLst>
          </p:nvPr>
        </p:nvSpPr>
        <p:spPr>
          <a:xfrm>
            <a:off x="612000" y="781200"/>
            <a:ext cx="10976400" cy="626400"/>
          </a:xfrm>
        </p:spPr>
        <p:txBody>
          <a:bodyPr wrap="square" anchor="ctr">
            <a:normAutofit/>
          </a:bodyPr>
          <a:lstStyle>
            <a:lvl1pPr algn="ctr">
              <a:defRPr sz="3600" baseline="0">
                <a:solidFill>
                  <a:schemeClr val="bg1"/>
                </a:solidFill>
                <a:latin typeface="微软雅黑" panose="020B0503020204020204" charset="-122"/>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wrap="square">
            <a:normAutofit/>
          </a:bodyPr>
          <a:lstStyle>
            <a:lvl1pPr algn="ctr">
              <a:defRPr baseline="0">
                <a:solidFill>
                  <a:schemeClr val="bg1"/>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cs typeface="微软雅黑" panose="020B0503020204020204" charset="-122"/>
              <a:sym typeface="微软雅黑" panose="020B0503020204020204" charset="-122"/>
            </a:endParaRPr>
          </a:p>
        </p:txBody>
      </p:sp>
      <p:pic>
        <p:nvPicPr>
          <p:cNvPr id="10" name="图片 9"/>
          <p:cNvPicPr/>
          <p:nvPr userDrawn="1">
            <p:custDataLst>
              <p:tags r:id="rId3"/>
            </p:custDataLst>
          </p:nvPr>
        </p:nvPicPr>
        <p:blipFill>
          <a:blip r:embed="rId4" r:link="rId5" cstate="screen"/>
          <a:stretch>
            <a:fillRect/>
          </a:stretch>
        </p:blipFill>
        <p:spPr>
          <a:xfrm>
            <a:off x="0" y="0"/>
            <a:ext cx="720090" cy="663665"/>
          </a:xfrm>
          <a:prstGeom prst="rect">
            <a:avLst/>
          </a:prstGeom>
        </p:spPr>
      </p:pic>
      <p:pic>
        <p:nvPicPr>
          <p:cNvPr id="8" name="图片 7"/>
          <p:cNvPicPr/>
          <p:nvPr userDrawn="1">
            <p:custDataLst>
              <p:tags r:id="rId6"/>
            </p:custDataLst>
          </p:nvPr>
        </p:nvPicPr>
        <p:blipFill>
          <a:blip r:embed="rId7" r:link="rId8" cstate="screen"/>
          <a:stretch>
            <a:fillRect/>
          </a:stretch>
        </p:blipFill>
        <p:spPr>
          <a:xfrm>
            <a:off x="11471910" y="0"/>
            <a:ext cx="720090" cy="663665"/>
          </a:xfrm>
          <a:prstGeom prst="rect">
            <a:avLst/>
          </a:prstGeom>
        </p:spPr>
      </p:pic>
      <p:sp>
        <p:nvSpPr>
          <p:cNvPr id="2" name="标题 1"/>
          <p:cNvSpPr>
            <a:spLocks noGrp="1"/>
          </p:cNvSpPr>
          <p:nvPr>
            <p:ph type="title"/>
            <p:custDataLst>
              <p:tags r:id="rId9"/>
            </p:custDataLst>
          </p:nvPr>
        </p:nvSpPr>
        <p:spPr>
          <a:xfrm>
            <a:off x="604800" y="669600"/>
            <a:ext cx="10976400" cy="565200"/>
          </a:xfrm>
        </p:spPr>
        <p:txBody>
          <a:bodyPr wrap="square" anchor="ctr" anchorCtr="0">
            <a:normAutofit/>
          </a:bodyPr>
          <a:lstStyle>
            <a:lvl1pPr algn="ctr">
              <a:defRPr sz="3200" baseline="0">
                <a:solidFill>
                  <a:schemeClr val="tx1"/>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wrap="square">
            <a:normAutofit/>
          </a:bodyPr>
          <a:lstStyle>
            <a:lvl1pPr>
              <a:defRPr baseline="0">
                <a:solidFill>
                  <a:schemeClr val="bg1"/>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solidFill>
                <a:schemeClr val="bg1"/>
              </a:solidFill>
              <a:cs typeface="微软雅黑" panose="020B0503020204020204" charset="-122"/>
              <a:sym typeface="微软雅黑" panose="020B0503020204020204" charset="-122"/>
            </a:endParaRPr>
          </a:p>
        </p:txBody>
      </p:sp>
      <p:pic>
        <p:nvPicPr>
          <p:cNvPr id="12" name="图片 11"/>
          <p:cNvPicPr/>
          <p:nvPr userDrawn="1">
            <p:custDataLst>
              <p:tags r:id="rId3"/>
            </p:custDataLst>
          </p:nvPr>
        </p:nvPicPr>
        <p:blipFill>
          <a:blip r:embed="rId4" r:link="rId5" cstate="screen"/>
          <a:stretch>
            <a:fillRect/>
          </a:stretch>
        </p:blipFill>
        <p:spPr>
          <a:xfrm>
            <a:off x="11471910" y="6194335"/>
            <a:ext cx="720090" cy="663665"/>
          </a:xfrm>
          <a:prstGeom prst="rect">
            <a:avLst/>
          </a:prstGeom>
        </p:spPr>
      </p:pic>
      <p:pic>
        <p:nvPicPr>
          <p:cNvPr id="10" name="图片 9"/>
          <p:cNvPicPr/>
          <p:nvPr userDrawn="1">
            <p:custDataLst>
              <p:tags r:id="rId6"/>
            </p:custDataLst>
          </p:nvPr>
        </p:nvPicPr>
        <p:blipFill>
          <a:blip r:embed="rId7" r:link="rId8" cstate="screen"/>
          <a:stretch>
            <a:fillRect/>
          </a:stretch>
        </p:blipFill>
        <p:spPr>
          <a:xfrm>
            <a:off x="0" y="6194335"/>
            <a:ext cx="720090" cy="663665"/>
          </a:xfrm>
          <a:prstGeom prst="rect">
            <a:avLst/>
          </a:prstGeom>
        </p:spPr>
      </p:pic>
      <p:sp>
        <p:nvSpPr>
          <p:cNvPr id="2" name="标题 1"/>
          <p:cNvSpPr>
            <a:spLocks noGrp="1"/>
          </p:cNvSpPr>
          <p:nvPr>
            <p:ph type="title"/>
            <p:custDataLst>
              <p:tags r:id="rId9"/>
            </p:custDataLst>
          </p:nvPr>
        </p:nvSpPr>
        <p:spPr>
          <a:xfrm>
            <a:off x="579600" y="237600"/>
            <a:ext cx="11037600" cy="441964"/>
          </a:xfrm>
        </p:spPr>
        <p:txBody>
          <a:bodyPr wrap="square">
            <a:normAutofit/>
          </a:bodyPr>
          <a:lstStyle>
            <a:lvl1pPr>
              <a:defRPr baseline="0">
                <a:solidFill>
                  <a:schemeClr val="bg1"/>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wrap="square">
            <a:normAutofit/>
          </a:bodyPr>
          <a:lstStyle>
            <a:lvl1pPr>
              <a:defRPr baseline="0">
                <a:solidFill>
                  <a:schemeClr val="tx1"/>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3691"/>
            <a:ext cx="12192000" cy="4950618"/>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cs typeface="微软雅黑" panose="020B0503020204020204" charset="-122"/>
              <a:sym typeface="微软雅黑" panose="020B0503020204020204" charset="-122"/>
            </a:endParaRPr>
          </a:p>
        </p:txBody>
      </p:sp>
      <p:pic>
        <p:nvPicPr>
          <p:cNvPr id="9" name="图片 8"/>
          <p:cNvPicPr/>
          <p:nvPr userDrawn="1">
            <p:custDataLst>
              <p:tags r:id="rId3"/>
            </p:custDataLst>
          </p:nvPr>
        </p:nvPicPr>
        <p:blipFill>
          <a:blip r:embed="rId4" r:link="rId5" cstate="screen"/>
          <a:stretch>
            <a:fillRect/>
          </a:stretch>
        </p:blipFill>
        <p:spPr>
          <a:xfrm>
            <a:off x="10571797" y="5364754"/>
            <a:ext cx="1620202" cy="1493246"/>
          </a:xfrm>
          <a:prstGeom prst="rect">
            <a:avLst/>
          </a:prstGeom>
        </p:spPr>
      </p:pic>
      <p:pic>
        <p:nvPicPr>
          <p:cNvPr id="8" name="图片 7"/>
          <p:cNvPicPr/>
          <p:nvPr userDrawn="1">
            <p:custDataLst>
              <p:tags r:id="rId6"/>
            </p:custDataLst>
          </p:nvPr>
        </p:nvPicPr>
        <p:blipFill>
          <a:blip r:embed="rId7" r:link="rId8" cstate="screen"/>
          <a:stretch>
            <a:fillRect/>
          </a:stretch>
        </p:blipFill>
        <p:spPr>
          <a:xfrm>
            <a:off x="0" y="5364754"/>
            <a:ext cx="1620202" cy="1493246"/>
          </a:xfrm>
          <a:prstGeom prst="rect">
            <a:avLst/>
          </a:prstGeom>
        </p:spPr>
      </p:pic>
      <p:sp>
        <p:nvSpPr>
          <p:cNvPr id="2" name="标题 1"/>
          <p:cNvSpPr>
            <a:spLocks noGrp="1"/>
          </p:cNvSpPr>
          <p:nvPr>
            <p:ph type="title" hasCustomPrompt="1"/>
            <p:custDataLst>
              <p:tags r:id="rId9"/>
            </p:custDataLst>
          </p:nvPr>
        </p:nvSpPr>
        <p:spPr>
          <a:xfrm>
            <a:off x="1522800" y="1339200"/>
            <a:ext cx="9144000" cy="2386800"/>
          </a:xfrm>
        </p:spPr>
        <p:txBody>
          <a:bodyPr wrap="square" anchor="b">
            <a:normAutofit/>
          </a:bodyPr>
          <a:lstStyle>
            <a:lvl1pPr algn="ctr">
              <a:defRPr sz="6000" baseline="0">
                <a:solidFill>
                  <a:schemeClr val="tx1"/>
                </a:solidFill>
                <a:latin typeface="微软雅黑" panose="020B0503020204020204" charset="-122"/>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wrap="square">
            <a:normAutofit/>
          </a:bodyPr>
          <a:lstStyle>
            <a:lvl1pPr algn="ctr">
              <a:defRPr baseline="0">
                <a:solidFill>
                  <a:schemeClr val="tx1"/>
                </a:solidFill>
                <a:latin typeface="微软雅黑" panose="020B0503020204020204" charset="-122"/>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6" Type="http://schemas.openxmlformats.org/officeDocument/2006/relationships/theme" Target="../theme/theme2.xml"/><Relationship Id="rId25" Type="http://schemas.openxmlformats.org/officeDocument/2006/relationships/tags" Target="../tags/tag143.xml"/><Relationship Id="rId24" Type="http://schemas.openxmlformats.org/officeDocument/2006/relationships/tags" Target="../tags/tag142.xml"/><Relationship Id="rId23" Type="http://schemas.openxmlformats.org/officeDocument/2006/relationships/tags" Target="../tags/tag141.xml"/><Relationship Id="rId22" Type="http://schemas.openxmlformats.org/officeDocument/2006/relationships/tags" Target="../tags/tag140.xml"/><Relationship Id="rId21" Type="http://schemas.openxmlformats.org/officeDocument/2006/relationships/tags" Target="../tags/tag139.xml"/><Relationship Id="rId20" Type="http://schemas.openxmlformats.org/officeDocument/2006/relationships/tags" Target="../tags/tag138.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charset="-122"/>
              <a:cs typeface="微软雅黑" panose="020B0503020204020204" charset="-122"/>
              <a:sym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2.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5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3" Type="http://schemas.openxmlformats.org/officeDocument/2006/relationships/notesSlide" Target="../notesSlides/notesSlide2.xml"/><Relationship Id="rId12" Type="http://schemas.openxmlformats.org/officeDocument/2006/relationships/slideLayout" Target="../slideLayouts/slideLayout18.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50.xml"/></Relationships>
</file>

<file path=ppt/slides/_rels/slide3.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5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xml"/><Relationship Id="rId15" Type="http://schemas.openxmlformats.org/officeDocument/2006/relationships/slideLayout" Target="../slideLayouts/slideLayout18.xml"/><Relationship Id="rId14" Type="http://schemas.openxmlformats.org/officeDocument/2006/relationships/tags" Target="../tags/tag166.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7.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4.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4.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image" Target="../media/image7.sv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7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6.xml"/><Relationship Id="rId14" Type="http://schemas.openxmlformats.org/officeDocument/2006/relationships/slideLayout" Target="../slideLayouts/slideLayout18.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tags" Target="../tags/tag179.xml"/><Relationship Id="rId10" Type="http://schemas.openxmlformats.org/officeDocument/2006/relationships/image" Target="../media/image9.svg"/><Relationship Id="rId1" Type="http://schemas.openxmlformats.org/officeDocument/2006/relationships/tags" Target="../tags/tag175.xml"/></Relationships>
</file>

<file path=ppt/slides/_rels/slide7.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8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7.xml"/><Relationship Id="rId13" Type="http://schemas.openxmlformats.org/officeDocument/2006/relationships/slideLayout" Target="../slideLayouts/slideLayout18.xml"/><Relationship Id="rId12" Type="http://schemas.openxmlformats.org/officeDocument/2006/relationships/tags" Target="../tags/tag187.xml"/><Relationship Id="rId11" Type="http://schemas.openxmlformats.org/officeDocument/2006/relationships/tags" Target="../tags/tag186.xml"/><Relationship Id="rId10" Type="http://schemas.openxmlformats.org/officeDocument/2006/relationships/image" Target="../media/image11.svg"/><Relationship Id="rId1" Type="http://schemas.openxmlformats.org/officeDocument/2006/relationships/tags" Target="../tags/tag182.xml"/></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8.xml"/><Relationship Id="rId7" Type="http://schemas.openxmlformats.org/officeDocument/2006/relationships/tags" Target="../tags/tag19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8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 Type="http://schemas.openxmlformats.org/officeDocument/2006/relationships/tags" Target="../tags/tag188.xml"/></Relationships>
</file>

<file path=ppt/slides/_rels/slide9.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9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9.xml"/><Relationship Id="rId14" Type="http://schemas.openxmlformats.org/officeDocument/2006/relationships/slideLayout" Target="../slideLayouts/slideLayout18.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91.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2.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custDataLst>
              <p:tags r:id="rId1"/>
            </p:custDataLst>
          </p:nvPr>
        </p:nvCxnSpPr>
        <p:spPr>
          <a:xfrm>
            <a:off x="1171575" y="4017645"/>
            <a:ext cx="4765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占位符 5"/>
          <p:cNvSpPr>
            <a:spLocks noGrp="1"/>
          </p:cNvSpPr>
          <p:nvPr>
            <p:custDataLst>
              <p:tags r:id="rId2"/>
            </p:custDataLst>
          </p:nvPr>
        </p:nvSpPr>
        <p:spPr>
          <a:xfrm>
            <a:off x="1270001" y="4150194"/>
            <a:ext cx="1910715" cy="408940"/>
          </a:xfrm>
          <a:prstGeom prst="rect">
            <a:avLst/>
          </a:prstGeom>
        </p:spPr>
        <p:txBody>
          <a:bodyPr vert="horz" wrap="square" lIns="0" tIns="0" rIns="0" bIns="0" rtlCol="0" anchor="t" anchorCtr="0">
            <a:normAutofit fontScale="90000"/>
          </a:bodyPr>
          <a:lstStyle>
            <a:lvl1pPr marL="342900" marR="0" indent="-342900" algn="l" defTabSz="914400" rtl="0" eaLnBrk="1" fontAlgn="auto" latinLnBrk="0" hangingPunct="1">
              <a:lnSpc>
                <a:spcPct val="130000"/>
              </a:lnSpc>
              <a:spcBef>
                <a:spcPts val="0"/>
              </a:spcBef>
              <a:spcAft>
                <a:spcPts val="1000"/>
              </a:spcAft>
              <a:buClrTx/>
              <a:buSzPts val="1600"/>
              <a:buFont typeface="Arial" panose="020B0604020202020204" pitchFamily="34" charset="0"/>
              <a:buNone/>
              <a:defRPr sz="1600" b="0" u="none" strike="noStrike" kern="1200" cap="none" spc="15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342900" algn="l">
              <a:lnSpc>
                <a:spcPct val="130000"/>
              </a:lnSpc>
              <a:spcBef>
                <a:spcPts val="0"/>
              </a:spcBef>
              <a:spcAft>
                <a:spcPts val="1000"/>
              </a:spcAft>
              <a:buSzPct val="100000"/>
              <a:buNone/>
            </a:pPr>
            <a:r>
              <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rPr>
              <a:t>重塑法律工作的未来</a:t>
            </a:r>
            <a:endPar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endParaRPr>
          </a:p>
        </p:txBody>
      </p:sp>
      <p:sp>
        <p:nvSpPr>
          <p:cNvPr id="7" name="文本占位符 4"/>
          <p:cNvSpPr>
            <a:spLocks noGrp="1"/>
          </p:cNvSpPr>
          <p:nvPr>
            <p:custDataLst>
              <p:tags r:id="rId3"/>
            </p:custDataLst>
          </p:nvPr>
        </p:nvSpPr>
        <p:spPr>
          <a:xfrm>
            <a:off x="1270001" y="4625174"/>
            <a:ext cx="1910715" cy="408940"/>
          </a:xfrm>
          <a:prstGeom prst="rect">
            <a:avLst/>
          </a:prstGeom>
        </p:spPr>
        <p:txBody>
          <a:bodyPr vert="horz" wrap="square" lIns="0" tIns="0" rIns="0" bIns="0" rtlCol="0" anchor="t" anchorCtr="0">
            <a:normAutofit/>
          </a:bodyPr>
          <a:lstStyle>
            <a:lvl1pPr marL="342900" marR="0" indent="-342900" algn="l" defTabSz="914400" rtl="0" eaLnBrk="1" fontAlgn="auto" latinLnBrk="0" hangingPunct="1">
              <a:lnSpc>
                <a:spcPct val="130000"/>
              </a:lnSpc>
              <a:spcBef>
                <a:spcPts val="0"/>
              </a:spcBef>
              <a:spcAft>
                <a:spcPts val="1000"/>
              </a:spcAft>
              <a:buClrTx/>
              <a:buSzPts val="1600"/>
              <a:buFont typeface="Arial" panose="020B0604020202020204" pitchFamily="34" charset="0"/>
              <a:buNone/>
              <a:defRPr sz="1600" b="0" u="none" strike="noStrike" kern="1200" cap="none" spc="15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a:solidFill>
                  <a:schemeClr val="lt1">
                    <a:lumMod val="50000"/>
                  </a:schemeClr>
                </a:solidFill>
                <a:latin typeface="微软雅黑" panose="020B0503020204020204" charset="-122"/>
                <a:cs typeface="微软雅黑" panose="020B0503020204020204" charset="-122"/>
                <a:sym typeface="微软雅黑" panose="020B0503020204020204" charset="-122"/>
              </a:rPr>
              <a:t>2026.6.8</a:t>
            </a:r>
            <a:endParaRPr lang="en-US" altLang="zh-CN" sz="1400">
              <a:solidFill>
                <a:schemeClr val="lt1">
                  <a:lumMod val="50000"/>
                </a:schemeClr>
              </a:solidFill>
              <a:latin typeface="微软雅黑" panose="020B0503020204020204" charset="-122"/>
              <a:cs typeface="微软雅黑" panose="020B0503020204020204" charset="-122"/>
              <a:sym typeface="微软雅黑" panose="020B0503020204020204" charset="-122"/>
            </a:endParaRPr>
          </a:p>
        </p:txBody>
      </p:sp>
      <p:sp>
        <p:nvSpPr>
          <p:cNvPr id="8" name="副标题 3"/>
          <p:cNvSpPr>
            <a:spLocks noGrp="1"/>
          </p:cNvSpPr>
          <p:nvPr>
            <p:custDataLst>
              <p:tags r:id="rId4"/>
            </p:custDataLst>
          </p:nvPr>
        </p:nvSpPr>
        <p:spPr>
          <a:xfrm>
            <a:off x="1270000" y="2837180"/>
            <a:ext cx="4826000" cy="1111250"/>
          </a:xfrm>
          <a:prstGeom prst="rect">
            <a:avLst/>
          </a:prstGeom>
        </p:spPr>
        <p:txBody>
          <a:bodyPr vert="horz" wrap="square" lIns="0" tIns="0" rIns="0" bIns="0" rtlCol="0" anchor="t" anchorCtr="0">
            <a:normAutofit/>
          </a:bodyPr>
          <a:lstStyle>
            <a:lvl1pPr marL="0" marR="0" indent="0" algn="l" defTabSz="914400" rtl="0" eaLnBrk="1" fontAlgn="auto" latinLnBrk="0" hangingPunct="1">
              <a:lnSpc>
                <a:spcPct val="120000"/>
              </a:lnSpc>
              <a:spcBef>
                <a:spcPts val="0"/>
              </a:spcBef>
              <a:spcAft>
                <a:spcPts val="0"/>
              </a:spcAft>
              <a:buClrTx/>
              <a:buSzPts val="1800"/>
              <a:buFont typeface="Arial" panose="020B0604020202020204" pitchFamily="34" charset="0"/>
              <a:buNone/>
              <a:defRPr sz="1800" b="0" u="none" strike="noStrike" kern="1200" cap="none" spc="200" normalizeH="0" baseline="0">
                <a:solidFill>
                  <a:schemeClr val="bg1"/>
                </a:solidFill>
                <a:uFillTx/>
                <a:latin typeface="Arial" panose="020B0604020202020204" pitchFamily="34" charset="0"/>
                <a:ea typeface="微软雅黑" panose="020B0503020204020204" charset="-122"/>
                <a:cs typeface="+mn-cs"/>
              </a:defRPr>
            </a:lvl1pPr>
            <a:lvl2pPr marL="457200" indent="0" algn="ctr"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en-US" sz="14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rPr>
              <a:t>Gemma 4 开发者大赛 · 2026</a:t>
            </a:r>
            <a:endParaRPr lang="en-US" sz="14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endParaRPr>
          </a:p>
        </p:txBody>
      </p:sp>
      <p:sp>
        <p:nvSpPr>
          <p:cNvPr id="9" name="标题 1"/>
          <p:cNvSpPr>
            <a:spLocks noGrp="1"/>
          </p:cNvSpPr>
          <p:nvPr>
            <p:custDataLst>
              <p:tags r:id="rId5"/>
            </p:custDataLst>
          </p:nvPr>
        </p:nvSpPr>
        <p:spPr>
          <a:xfrm>
            <a:off x="1270001" y="1661796"/>
            <a:ext cx="4825365" cy="970915"/>
          </a:xfrm>
          <a:prstGeom prst="rect">
            <a:avLst/>
          </a:prstGeom>
        </p:spPr>
        <p:txBody>
          <a:bodyPr vert="horz" wrap="square" lIns="0" tIns="0" rIns="0" bIns="0" rtlCol="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u="none" strike="noStrike" kern="1200" cap="none" spc="600" normalizeH="0">
                <a:solidFill>
                  <a:schemeClr val="accent1"/>
                </a:solidFill>
                <a:uFillTx/>
                <a:latin typeface="Arial" panose="020B0604020202020204" pitchFamily="34" charset="0"/>
                <a:ea typeface="汉仪旗黑-85S" panose="00020600040101010101" pitchFamily="18" charset="-122"/>
                <a:cs typeface="+mj-cs"/>
              </a:defRPr>
            </a:lvl1pPr>
          </a:lstStyle>
          <a:p>
            <a:pPr marL="0" indent="0" algn="l">
              <a:lnSpc>
                <a:spcPct val="100000"/>
              </a:lnSpc>
              <a:spcBef>
                <a:spcPts val="0"/>
              </a:spcBef>
              <a:spcAft>
                <a:spcPts val="0"/>
              </a:spcAft>
              <a:buSzPct val="100000"/>
              <a:buNone/>
            </a:pPr>
            <a:r>
              <a:rPr lang="en-US" sz="54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律享宝</a:t>
            </a:r>
            <a:endParaRPr lang="en-US" sz="54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6"/>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片 12"/>
          <p:cNvPicPr/>
          <p:nvPr userDrawn="1">
            <p:custDataLst>
              <p:tags r:id="rId1"/>
            </p:custDataLst>
          </p:nvPr>
        </p:nvPicPr>
        <p:blipFill>
          <a:blip r:embed="rId2" r:link="rId3" cstate="screen"/>
          <a:stretch>
            <a:fillRect/>
          </a:stretch>
        </p:blipFill>
        <p:spPr>
          <a:xfrm>
            <a:off x="0" y="0"/>
            <a:ext cx="720090" cy="663665"/>
          </a:xfrm>
          <a:prstGeom prst="rect">
            <a:avLst/>
          </a:prstGeom>
        </p:spPr>
      </p:pic>
      <p:pic>
        <p:nvPicPr>
          <p:cNvPr id="12" name="图片 11"/>
          <p:cNvPicPr/>
          <p:nvPr userDrawn="1">
            <p:custDataLst>
              <p:tags r:id="rId4"/>
            </p:custDataLst>
          </p:nvPr>
        </p:nvPicPr>
        <p:blipFill>
          <a:blip r:embed="rId5" r:link="rId6" cstate="screen"/>
          <a:stretch>
            <a:fillRect/>
          </a:stretch>
        </p:blipFill>
        <p:spPr>
          <a:xfrm>
            <a:off x="11471910" y="0"/>
            <a:ext cx="720090" cy="663665"/>
          </a:xfrm>
          <a:prstGeom prst="rect">
            <a:avLst/>
          </a:prstGeom>
        </p:spPr>
      </p:pic>
      <p:sp>
        <p:nvSpPr>
          <p:cNvPr id="2" name="AutoShape 2"/>
          <p:cNvSpPr/>
          <p:nvPr/>
        </p:nvSpPr>
        <p:spPr>
          <a:xfrm>
            <a:off x="609600" y="609600"/>
            <a:ext cx="10972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INDUSTRY INSIGHT / 行业现状洞察</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Connector 3"/>
          <p:cNvCxnSpPr/>
          <p:nvPr>
            <p:custDataLst>
              <p:tags r:id="rId7"/>
            </p:custDataLst>
          </p:nvPr>
        </p:nvCxnSpPr>
        <p:spPr>
          <a:xfrm rot="-3978">
            <a:off x="609604" y="1136650"/>
            <a:ext cx="10972800" cy="12700"/>
          </a:xfrm>
          <a:prstGeom prst="line">
            <a:avLst/>
          </a:prstGeom>
          <a:solidFill>
            <a:schemeClr val="accent1">
              <a:alpha val="100000"/>
            </a:schemeClr>
          </a:solidFill>
          <a:ln w="12700" cap="flat" cmpd="sng">
            <a:solidFill>
              <a:schemeClr val="accent2">
                <a:alpha val="10000"/>
              </a:schemeClr>
            </a:solidFill>
            <a:prstDash val="solid"/>
            <a:round/>
            <a:headEnd type="none" w="med" len="med"/>
            <a:tailEnd type="none" w="med" len="med"/>
          </a:ln>
        </p:spPr>
      </p:cxnSp>
      <p:sp>
        <p:nvSpPr>
          <p:cNvPr id="4" name="AutoShape 4"/>
          <p:cNvSpPr/>
          <p:nvPr/>
        </p:nvSpPr>
        <p:spPr>
          <a:xfrm>
            <a:off x="609600" y="2286000"/>
            <a:ext cx="4826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1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60%</a:t>
            </a:r>
            <a:endParaRPr lang="en-US" sz="1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660400" y="4699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这是普通律师日均花费在标准化法律文书撰写上的时间占比，专业精力被极度分散。</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 name="Connector 6"/>
          <p:cNvCxnSpPr/>
          <p:nvPr>
            <p:custDataLst>
              <p:tags r:id="rId8"/>
            </p:custDataLst>
          </p:nvPr>
        </p:nvCxnSpPr>
        <p:spPr>
          <a:xfrm rot="5387267">
            <a:off x="4381500" y="3994162"/>
            <a:ext cx="3429000" cy="12700"/>
          </a:xfrm>
          <a:prstGeom prst="line">
            <a:avLst/>
          </a:prstGeom>
          <a:solidFill>
            <a:schemeClr val="accent1">
              <a:alpha val="100000"/>
            </a:schemeClr>
          </a:solidFill>
          <a:ln w="12700" cap="flat" cmpd="sng">
            <a:solidFill>
              <a:schemeClr val="accent2">
                <a:alpha val="15000"/>
              </a:schemeClr>
            </a:solidFill>
            <a:prstDash val="solid"/>
            <a:round/>
            <a:headEnd type="none" w="med" len="med"/>
            <a:tailEnd type="none" w="med" len="med"/>
          </a:ln>
        </p:spPr>
      </p:cxnSp>
      <p:sp>
        <p:nvSpPr>
          <p:cNvPr id="7" name="AutoShape 7"/>
          <p:cNvSpPr/>
          <p:nvPr/>
        </p:nvSpPr>
        <p:spPr>
          <a:xfrm>
            <a:off x="6604000" y="2286000"/>
            <a:ext cx="4978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被繁琐流程吞噬的专业价值</a:t>
            </a:r>
            <a:endPar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8" name="Connector 8"/>
          <p:cNvCxnSpPr/>
          <p:nvPr>
            <p:custDataLst>
              <p:tags r:id="rId9"/>
            </p:custDataLst>
          </p:nvPr>
        </p:nvCxnSpPr>
        <p:spPr>
          <a:xfrm rot="-57290">
            <a:off x="6604053" y="3295650"/>
            <a:ext cx="762000" cy="12700"/>
          </a:xfrm>
          <a:prstGeom prst="line">
            <a:avLst/>
          </a:prstGeom>
          <a:solidFill>
            <a:schemeClr val="accent1">
              <a:alpha val="100000"/>
            </a:schemeClr>
          </a:solidFill>
          <a:ln w="38100" cap="flat" cmpd="sng">
            <a:solidFill>
              <a:schemeClr val="accent2">
                <a:alpha val="100000"/>
              </a:schemeClr>
            </a:solidFill>
            <a:prstDash val="solid"/>
            <a:round/>
            <a:headEnd type="none" w="lg" len="lg"/>
            <a:tailEnd type="none" w="lg" len="lg"/>
          </a:ln>
        </p:spPr>
      </p:cxnSp>
      <p:sp>
        <p:nvSpPr>
          <p:cNvPr id="9" name="AutoShape 9"/>
          <p:cNvSpPr/>
          <p:nvPr/>
        </p:nvSpPr>
        <p:spPr>
          <a:xfrm>
            <a:off x="6604000" y="3810000"/>
            <a:ext cx="49784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律师的时间，正被繁琐、重复的文书工作所吞噬。他们的专业价值，在无尽的格式与流程中被消磨，本该聚焦于案件策略与法理辨析的核心能力，却困在了机械的文本整理里。</a:t>
            </a:r>
            <a:endPar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custDataLst>
              <p:tags r:id="rId10"/>
            </p:custDataLst>
          </p:nvPr>
        </p:nvSpPr>
        <p:spPr>
          <a:xfrm>
            <a:off x="609600" y="6096000"/>
            <a:ext cx="10972800" cy="381000"/>
          </a:xfrm>
          <a:prstGeom prst="roundRect">
            <a:avLst>
              <a:gd name="adj" fmla="val 0"/>
            </a:avLst>
          </a:prstGeom>
          <a:solidFill>
            <a:schemeClr val="accent2">
              <a:alpha val="4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nvSpPr>
        <p:spPr>
          <a:xfrm>
            <a:off x="609600" y="6172200"/>
            <a:ext cx="109728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这不仅是个体效率的损耗，更是法律服务行业资源的巨大浪费。 ”</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图片 16"/>
          <p:cNvPicPr/>
          <p:nvPr userDrawn="1">
            <p:custDataLst>
              <p:tags r:id="rId1"/>
            </p:custDataLst>
          </p:nvPr>
        </p:nvPicPr>
        <p:blipFill>
          <a:blip r:embed="rId2" r:link="rId3" cstate="screen"/>
          <a:stretch>
            <a:fillRect/>
          </a:stretch>
        </p:blipFill>
        <p:spPr>
          <a:xfrm>
            <a:off x="0" y="0"/>
            <a:ext cx="720090" cy="663665"/>
          </a:xfrm>
          <a:prstGeom prst="rect">
            <a:avLst/>
          </a:prstGeom>
        </p:spPr>
      </p:pic>
      <p:pic>
        <p:nvPicPr>
          <p:cNvPr id="16" name="图片 15"/>
          <p:cNvPicPr/>
          <p:nvPr userDrawn="1">
            <p:custDataLst>
              <p:tags r:id="rId4"/>
            </p:custDataLst>
          </p:nvPr>
        </p:nvPicPr>
        <p:blipFill>
          <a:blip r:embed="rId5" r:link="rId6" cstate="screen"/>
          <a:stretch>
            <a:fillRect/>
          </a:stretch>
        </p:blipFill>
        <p:spPr>
          <a:xfrm>
            <a:off x="11471910" y="0"/>
            <a:ext cx="720090" cy="663665"/>
          </a:xfrm>
          <a:prstGeom prst="rect">
            <a:avLst/>
          </a:prstGeom>
        </p:spPr>
      </p:pic>
      <p:sp>
        <p:nvSpPr>
          <p:cNvPr id="2" name="AutoShape 2"/>
          <p:cNvSpPr/>
          <p:nvPr/>
        </p:nvSpPr>
        <p:spPr>
          <a:xfrm>
            <a:off x="0" y="127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当前的困境</a:t>
            </a:r>
            <a:endPar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custDataLst>
              <p:tags r:id="rId7"/>
            </p:custDataLst>
          </p:nvPr>
        </p:nvSpPr>
        <p:spPr>
          <a:xfrm>
            <a:off x="5842000" y="2413000"/>
            <a:ext cx="508000" cy="38100"/>
          </a:xfrm>
          <a:prstGeom prst="roundRect">
            <a:avLst>
              <a:gd name="adj" fmla="val 0"/>
            </a:avLst>
          </a:prstGeom>
          <a:solidFill>
            <a:schemeClr val="accent3">
              <a:alpha val="100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custDataLst>
              <p:tags r:id="rId8"/>
            </p:custDataLst>
          </p:nvPr>
        </p:nvSpPr>
        <p:spPr>
          <a:xfrm>
            <a:off x="1016000" y="3302000"/>
            <a:ext cx="3175000" cy="2286000"/>
          </a:xfrm>
          <a:prstGeom prst="roundRect">
            <a:avLst>
              <a:gd name="adj" fmla="val 0"/>
            </a:avLst>
          </a:prstGeom>
          <a:solidFill>
            <a:schemeClr val="accent2">
              <a:alpha val="100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1206500" y="3619500"/>
            <a:ext cx="279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 效率低下</a:t>
            </a:r>
            <a:endPar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 name="Connector 6"/>
          <p:cNvCxnSpPr/>
          <p:nvPr>
            <p:custDataLst>
              <p:tags r:id="rId9"/>
            </p:custDataLst>
          </p:nvPr>
        </p:nvCxnSpPr>
        <p:spPr>
          <a:xfrm rot="-15626">
            <a:off x="1206514" y="4438650"/>
            <a:ext cx="2794000" cy="12700"/>
          </a:xfrm>
          <a:prstGeom prst="straightConnector1">
            <a:avLst/>
          </a:prstGeom>
          <a:solidFill>
            <a:schemeClr val="accent1">
              <a:alpha val="100000"/>
            </a:schemeClr>
          </a:solidFill>
          <a:ln w="12700" cap="flat" cmpd="sng">
            <a:solidFill>
              <a:schemeClr val="accent3">
                <a:alpha val="15000"/>
              </a:schemeClr>
            </a:solidFill>
            <a:prstDash val="solid"/>
            <a:round/>
            <a:headEnd type="none" w="med" len="med"/>
            <a:tailEnd type="none" w="med" len="med"/>
          </a:ln>
        </p:spPr>
      </p:cxnSp>
      <p:sp>
        <p:nvSpPr>
          <p:cNvPr id="7" name="AutoShape 7"/>
          <p:cNvSpPr/>
          <p:nvPr/>
        </p:nvSpPr>
        <p:spPr>
          <a:xfrm>
            <a:off x="1206500" y="4538980"/>
            <a:ext cx="2794000" cy="8255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pPr>
            <a:r>
              <a:rPr lang="en-US" sz="1400" b="0" i="0" u="none" strike="noStrike">
                <a:solidFill>
                  <a:srgbClr val="FFFFFF">
                    <a:alpha val="7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被卷宗整理、合同审核等重复性劳动深度束缚，时间价值无法转化为专业溢价，职业成长陷入停滞。</a:t>
            </a:r>
            <a:endParaRPr lang="en-US" sz="1400" b="0" i="0" u="none" strike="noStrike">
              <a:solidFill>
                <a:srgbClr val="FFFFFF">
                  <a:alpha val="7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custDataLst>
              <p:tags r:id="rId10"/>
            </p:custDataLst>
          </p:nvPr>
        </p:nvSpPr>
        <p:spPr>
          <a:xfrm>
            <a:off x="4508500" y="3302000"/>
            <a:ext cx="3175000" cy="2286000"/>
          </a:xfrm>
          <a:prstGeom prst="roundRect">
            <a:avLst>
              <a:gd name="adj" fmla="val 0"/>
            </a:avLst>
          </a:prstGeom>
          <a:solidFill>
            <a:schemeClr val="accent2">
              <a:alpha val="100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4699000" y="3619500"/>
            <a:ext cx="279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工具难用</a:t>
            </a:r>
            <a:endPar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0" name="Connector 10"/>
          <p:cNvCxnSpPr/>
          <p:nvPr>
            <p:custDataLst>
              <p:tags r:id="rId11"/>
            </p:custDataLst>
          </p:nvPr>
        </p:nvCxnSpPr>
        <p:spPr>
          <a:xfrm rot="-15626">
            <a:off x="4699014" y="4438650"/>
            <a:ext cx="2794000" cy="12700"/>
          </a:xfrm>
          <a:prstGeom prst="straightConnector1">
            <a:avLst/>
          </a:prstGeom>
          <a:solidFill>
            <a:schemeClr val="accent1">
              <a:alpha val="100000"/>
            </a:schemeClr>
          </a:solidFill>
          <a:ln w="12700" cap="flat" cmpd="sng">
            <a:solidFill>
              <a:schemeClr val="accent3">
                <a:alpha val="15000"/>
              </a:schemeClr>
            </a:solidFill>
            <a:prstDash val="solid"/>
            <a:round/>
            <a:headEnd type="none" w="med" len="med"/>
            <a:tailEnd type="none" w="med" len="med"/>
          </a:ln>
        </p:spPr>
      </p:cxnSp>
      <p:sp>
        <p:nvSpPr>
          <p:cNvPr id="11" name="AutoShape 11"/>
          <p:cNvSpPr/>
          <p:nvPr/>
        </p:nvSpPr>
        <p:spPr>
          <a:xfrm>
            <a:off x="4699000" y="4538980"/>
            <a:ext cx="2794000" cy="8255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pPr>
            <a:r>
              <a:rPr lang="en-US" sz="1400" b="0" i="0" u="none" strike="noStrike">
                <a:solidFill>
                  <a:srgbClr val="FFFFFF">
                    <a:alpha val="7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市场上的AI工具操作门槛高，无法适配法律场景的专业需求，技术无法真正赋能业务，反而增加学习成本。</a:t>
            </a:r>
            <a:endParaRPr lang="en-US" sz="1400" b="0" i="0" u="none" strike="noStrike">
              <a:solidFill>
                <a:srgbClr val="FFFFFF">
                  <a:alpha val="7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custDataLst>
              <p:tags r:id="rId12"/>
            </p:custDataLst>
          </p:nvPr>
        </p:nvSpPr>
        <p:spPr>
          <a:xfrm>
            <a:off x="8001000" y="3302000"/>
            <a:ext cx="3175000" cy="2286000"/>
          </a:xfrm>
          <a:prstGeom prst="roundRect">
            <a:avLst>
              <a:gd name="adj" fmla="val 0"/>
            </a:avLst>
          </a:prstGeom>
          <a:solidFill>
            <a:schemeClr val="accent2">
              <a:alpha val="100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8191500" y="3619500"/>
            <a:ext cx="279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 品牌缺失</a:t>
            </a:r>
            <a:endPar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 name="Connector 14"/>
          <p:cNvCxnSpPr/>
          <p:nvPr>
            <p:custDataLst>
              <p:tags r:id="rId13"/>
            </p:custDataLst>
          </p:nvPr>
        </p:nvCxnSpPr>
        <p:spPr>
          <a:xfrm rot="-15626">
            <a:off x="8191514" y="4438650"/>
            <a:ext cx="2794000" cy="12700"/>
          </a:xfrm>
          <a:prstGeom prst="straightConnector1">
            <a:avLst/>
          </a:prstGeom>
          <a:solidFill>
            <a:schemeClr val="accent1">
              <a:alpha val="100000"/>
            </a:schemeClr>
          </a:solidFill>
          <a:ln w="12700" cap="flat" cmpd="sng">
            <a:solidFill>
              <a:schemeClr val="accent3">
                <a:alpha val="15000"/>
              </a:schemeClr>
            </a:solidFill>
            <a:prstDash val="solid"/>
            <a:round/>
            <a:headEnd type="none" w="med" len="med"/>
            <a:tailEnd type="none" w="med" len="med"/>
          </a:ln>
        </p:spPr>
      </p:cxnSp>
      <p:sp>
        <p:nvSpPr>
          <p:cNvPr id="15" name="AutoShape 15"/>
          <p:cNvSpPr/>
          <p:nvPr/>
        </p:nvSpPr>
        <p:spPr>
          <a:xfrm>
            <a:off x="8191500" y="4538980"/>
            <a:ext cx="2794000" cy="8255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pPr>
            <a:r>
              <a:rPr lang="en-US" sz="1400" b="0" i="0" u="none" strike="noStrike">
                <a:solidFill>
                  <a:srgbClr val="FFFFFF">
                    <a:alpha val="7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个人专业能力被律所或平台的集体品牌遮蔽，客户只认机构不认人，难以沉淀个人口碑与私域影响力。</a:t>
            </a:r>
            <a:endParaRPr lang="en-US" sz="1400" b="0" i="0" u="none" strike="noStrike">
              <a:solidFill>
                <a:srgbClr val="FFFFFF">
                  <a:alpha val="7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1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p:nvPr/>
        </p:nvSpPr>
        <p:spPr>
          <a:xfrm>
            <a:off x="0" y="5461000"/>
            <a:ext cx="12192000" cy="762000"/>
          </a:xfrm>
          <a:prstGeom prst="rect">
            <a:avLst/>
          </a:prstGeom>
          <a:noFill/>
          <a:ln w="12700" cap="flat" cmpd="sng">
            <a:noFill/>
            <a:prstDash val="solid"/>
            <a:round/>
          </a:ln>
        </p:spPr>
        <p:txBody>
          <a:bodyPr vert="horz" wrap="square" lIns="0" tIns="0" rIns="0" bIns="0" rtlCol="0" anchor="ctr" anchorCtr="0"/>
          <a:p>
            <a:pPr marL="0" indent="0" algn="ctr">
              <a:lnSpc>
                <a:spcPct val="108000"/>
              </a:lnSpc>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一款基于Gemma 4的全链路律师执业AI Agent。</a:t>
            </a:r>
            <a:endPar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矩形 6"/>
          <p:cNvSpPr/>
          <p:nvPr>
            <p:custDataLst>
              <p:tags r:id="rId1"/>
            </p:custDataLst>
          </p:nvPr>
        </p:nvSpPr>
        <p:spPr>
          <a:xfrm>
            <a:off x="1626870" y="2667000"/>
            <a:ext cx="1524000" cy="15240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p>
            <a:pPr algn="ctr"/>
            <a:r>
              <a:rPr lang="en-US" altLang="zh-CN" sz="7200" spc="200">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altLang="zh-CN" sz="7200" spc="200">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标题 4"/>
          <p:cNvSpPr>
            <a:spLocks noGrp="1"/>
          </p:cNvSpPr>
          <p:nvPr>
            <p:custDataLst>
              <p:tags r:id="rId2"/>
            </p:custDataLst>
          </p:nvPr>
        </p:nvSpPr>
        <p:spPr>
          <a:xfrm>
            <a:off x="3811906" y="2433955"/>
            <a:ext cx="5767705" cy="835660"/>
          </a:xfrm>
          <a:prstGeom prst="rect">
            <a:avLst/>
          </a:prstGeom>
        </p:spPr>
        <p:txBody>
          <a:bodyPr vert="horz" wrap="square" lIns="0" tIns="0" rIns="0" bIns="0" rtlCol="0" anchor="ctr"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4800" b="0" u="none" strike="noStrike" kern="1200" cap="none" spc="500" normalizeH="0">
                <a:solidFill>
                  <a:schemeClr val="accent1"/>
                </a:solidFill>
                <a:uFillTx/>
                <a:latin typeface="Arial" panose="020B0604020202020204" pitchFamily="34" charset="0"/>
                <a:ea typeface="汉仪旗黑-85S" panose="00020600040101010101" pitchFamily="18" charset="-122"/>
                <a:cs typeface="+mj-cs"/>
              </a:defRPr>
            </a:lvl1pPr>
          </a:lstStyle>
          <a:p>
            <a:pPr marL="0" indent="0" algn="dist">
              <a:lnSpc>
                <a:spcPct val="100000"/>
              </a:lnSpc>
              <a:spcBef>
                <a:spcPts val="0"/>
              </a:spcBef>
              <a:spcAft>
                <a:spcPts val="0"/>
              </a:spcAft>
              <a:buSzPct val="100000"/>
              <a:buNone/>
            </a:pPr>
            <a:r>
              <a:rPr lang="en-US" sz="48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我们的解决方案</a:t>
            </a:r>
            <a:endParaRPr lang="en-US" sz="48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副标题 3"/>
          <p:cNvSpPr>
            <a:spLocks noGrp="1"/>
          </p:cNvSpPr>
          <p:nvPr>
            <p:custDataLst>
              <p:tags r:id="rId3"/>
            </p:custDataLst>
          </p:nvPr>
        </p:nvSpPr>
        <p:spPr>
          <a:xfrm>
            <a:off x="3811906" y="3681096"/>
            <a:ext cx="5767705" cy="321945"/>
          </a:xfrm>
          <a:prstGeom prst="rect">
            <a:avLst/>
          </a:prstGeom>
        </p:spPr>
        <p:txBody>
          <a:bodyPr vert="horz" wrap="square" lIns="0" tIns="0" rIns="0" bIns="0" rtlCol="0" anchor="t" anchorCtr="0">
            <a:normAutofit/>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u="none" strike="noStrike" kern="1200" cap="none" spc="200" normalizeH="0" baseline="0">
                <a:solidFill>
                  <a:schemeClr val="bg1"/>
                </a:solidFill>
                <a:uFillTx/>
                <a:latin typeface="Arial" panose="020B0604020202020204" pitchFamily="34" charset="0"/>
                <a:ea typeface="微软雅黑" panose="020B0503020204020204" charset="-122"/>
                <a:cs typeface="+mn-cs"/>
              </a:defRPr>
            </a:lvl1pPr>
            <a:lvl2pPr marL="457200" indent="0" algn="ctr"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0" indent="0" algn="dist">
              <a:lnSpc>
                <a:spcPct val="100000"/>
              </a:lnSpc>
              <a:spcBef>
                <a:spcPts val="0"/>
              </a:spcBef>
              <a:spcAft>
                <a:spcPts val="0"/>
              </a:spcAft>
              <a:buSzPct val="100000"/>
              <a:buNone/>
            </a:pPr>
            <a:r>
              <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rPr>
              <a:t>律享宝</a:t>
            </a:r>
            <a:endPar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endParaRPr>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2857500"/>
            <a:ext cx="1397000" cy="1397000"/>
          </a:xfrm>
          <a:prstGeom prst="rect">
            <a:avLst/>
          </a:prstGeom>
        </p:spPr>
      </p:pic>
      <p:sp>
        <p:nvSpPr>
          <p:cNvPr id="10" name="AutoShape 8"/>
          <p:cNvSpPr/>
          <p:nvPr/>
        </p:nvSpPr>
        <p:spPr>
          <a:xfrm>
            <a:off x="5143500" y="5689600"/>
            <a:ext cx="6096000" cy="304800"/>
          </a:xfrm>
          <a:prstGeom prst="rect">
            <a:avLst/>
          </a:prstGeom>
          <a:noFill/>
          <a:ln w="12700" cap="flat" cmpd="sng">
            <a:noFill/>
            <a:prstDash val="solid"/>
            <a:round/>
          </a:ln>
        </p:spPr>
        <p:txBody>
          <a:bodyPr vert="horz" wrap="square" lIns="0" tIns="0" rIns="0" bIns="0" rtlCol="0" anchor="ctr" anchorCtr="0"/>
          <a:p>
            <a:pPr marL="0" indent="0" algn="l">
              <a:lnSpc>
                <a:spcPct val="125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核心价值：把律师的智慧，从重复劳动中彻底解放出来。</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矩形 10"/>
          <p:cNvSpPr/>
          <p:nvPr>
            <p:custDataLst>
              <p:tags r:id="rId3"/>
            </p:custDataLst>
          </p:nvPr>
        </p:nvSpPr>
        <p:spPr>
          <a:xfrm>
            <a:off x="1626870" y="2667000"/>
            <a:ext cx="1524000" cy="15240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p>
            <a:pPr algn="ctr"/>
            <a:r>
              <a:rPr lang="en-US" altLang="zh-CN" sz="7200" spc="200">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altLang="zh-CN" sz="7200" spc="200">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标题 4"/>
          <p:cNvSpPr>
            <a:spLocks noGrp="1"/>
          </p:cNvSpPr>
          <p:nvPr>
            <p:custDataLst>
              <p:tags r:id="rId4"/>
            </p:custDataLst>
          </p:nvPr>
        </p:nvSpPr>
        <p:spPr>
          <a:xfrm>
            <a:off x="3811906" y="2433955"/>
            <a:ext cx="5767705" cy="835660"/>
          </a:xfrm>
          <a:prstGeom prst="rect">
            <a:avLst/>
          </a:prstGeom>
        </p:spPr>
        <p:txBody>
          <a:bodyPr vert="horz" wrap="square" lIns="0" tIns="0" rIns="0" bIns="0" rtlCol="0" anchor="ctr"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4800" b="0" u="none" strike="noStrike" kern="1200" cap="none" spc="500" normalizeH="0">
                <a:solidFill>
                  <a:schemeClr val="accent1"/>
                </a:solidFill>
                <a:uFillTx/>
                <a:latin typeface="Arial" panose="020B0604020202020204" pitchFamily="34" charset="0"/>
                <a:ea typeface="汉仪旗黑-85S" panose="00020600040101010101" pitchFamily="18" charset="-122"/>
                <a:cs typeface="+mj-cs"/>
              </a:defRPr>
            </a:lvl1pPr>
          </a:lstStyle>
          <a:p>
            <a:pPr marL="0" lvl="0" indent="0" algn="dist">
              <a:lnSpc>
                <a:spcPct val="100000"/>
              </a:lnSpc>
              <a:spcBef>
                <a:spcPts val="0"/>
              </a:spcBef>
              <a:spcAft>
                <a:spcPts val="0"/>
              </a:spcAft>
              <a:buSzPct val="100000"/>
              <a:buNone/>
            </a:pPr>
            <a:r>
              <a:rPr lang="en-US" sz="48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极致效率</a:t>
            </a:r>
            <a:endParaRPr lang="en-US" sz="48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副标题 3"/>
          <p:cNvSpPr>
            <a:spLocks noGrp="1"/>
          </p:cNvSpPr>
          <p:nvPr>
            <p:custDataLst>
              <p:tags r:id="rId5"/>
            </p:custDataLst>
          </p:nvPr>
        </p:nvSpPr>
        <p:spPr>
          <a:xfrm>
            <a:off x="3811906" y="3681096"/>
            <a:ext cx="5767705" cy="321945"/>
          </a:xfrm>
          <a:prstGeom prst="rect">
            <a:avLst/>
          </a:prstGeom>
        </p:spPr>
        <p:txBody>
          <a:bodyPr vert="horz" wrap="square" lIns="0" tIns="0" rIns="0" bIns="0" rtlCol="0" anchor="t" anchorCtr="0">
            <a:normAutofit fontScale="60000"/>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u="none" strike="noStrike" kern="1200" cap="none" spc="200" normalizeH="0" baseline="0">
                <a:solidFill>
                  <a:schemeClr val="bg1"/>
                </a:solidFill>
                <a:uFillTx/>
                <a:latin typeface="Arial" panose="020B0604020202020204" pitchFamily="34" charset="0"/>
                <a:ea typeface="微软雅黑" panose="020B0503020204020204" charset="-122"/>
                <a:cs typeface="+mn-cs"/>
              </a:defRPr>
            </a:lvl1pPr>
            <a:lvl2pPr marL="457200" indent="0" algn="ctr"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0" indent="0" algn="dist">
              <a:lnSpc>
                <a:spcPct val="100000"/>
              </a:lnSpc>
              <a:spcBef>
                <a:spcPts val="0"/>
              </a:spcBef>
              <a:spcAft>
                <a:spcPts val="0"/>
              </a:spcAft>
              <a:buSzPct val="100000"/>
              <a:buNone/>
            </a:pPr>
            <a:r>
              <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rPr>
              <a:t>内置90+种标准化法律文书模板，律师仅需输入关键信息，AI即可在30秒内生成结构完整、逻辑严谨的专业文书。彻底解放繁琐事务，让专业价值回归核心服务本身。</a:t>
            </a:r>
            <a:endPar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endParaRPr>
          </a:p>
        </p:txBody>
      </p:sp>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图片 9"/>
          <p:cNvPicPr/>
          <p:nvPr userDrawn="1">
            <p:custDataLst>
              <p:tags r:id="rId1"/>
            </p:custDataLst>
          </p:nvPr>
        </p:nvPicPr>
        <p:blipFill>
          <a:blip r:embed="rId2" r:link="rId3" cstate="screen"/>
          <a:stretch>
            <a:fillRect/>
          </a:stretch>
        </p:blipFill>
        <p:spPr>
          <a:xfrm>
            <a:off x="0" y="0"/>
            <a:ext cx="720090" cy="663665"/>
          </a:xfrm>
          <a:prstGeom prst="rect">
            <a:avLst/>
          </a:prstGeom>
        </p:spPr>
      </p:pic>
      <p:pic>
        <p:nvPicPr>
          <p:cNvPr id="9" name="图片 8"/>
          <p:cNvPicPr/>
          <p:nvPr userDrawn="1">
            <p:custDataLst>
              <p:tags r:id="rId4"/>
            </p:custDataLst>
          </p:nvPr>
        </p:nvPicPr>
        <p:blipFill>
          <a:blip r:embed="rId5" r:link="rId6" cstate="screen"/>
          <a:stretch>
            <a:fillRect/>
          </a:stretch>
        </p:blipFill>
        <p:spPr>
          <a:xfrm>
            <a:off x="11471910" y="0"/>
            <a:ext cx="720090" cy="663665"/>
          </a:xfrm>
          <a:prstGeom prst="rect">
            <a:avLst/>
          </a:prstGeom>
        </p:spPr>
      </p:pic>
      <p:sp>
        <p:nvSpPr>
          <p:cNvPr id="2" name="AutoShape 2"/>
          <p:cNvSpPr/>
          <p:nvPr>
            <p:custDataLst>
              <p:tags r:id="rId7"/>
            </p:custDataLst>
          </p:nvPr>
        </p:nvSpPr>
        <p:spPr>
          <a:xfrm>
            <a:off x="0" y="0"/>
            <a:ext cx="3556000" cy="6858000"/>
          </a:xfrm>
          <a:prstGeom prst="roundRect">
            <a:avLst>
              <a:gd name="adj" fmla="val 0"/>
            </a:avLst>
          </a:prstGeom>
          <a:solidFill>
            <a:schemeClr val="accent1">
              <a:alpha val="3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3" name="Picture 3"/>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 y="2413000"/>
            <a:ext cx="1778000" cy="1778000"/>
          </a:xfrm>
          <a:prstGeom prst="rect">
            <a:avLst/>
          </a:prstGeom>
        </p:spPr>
      </p:pic>
      <p:sp>
        <p:nvSpPr>
          <p:cNvPr id="4" name="AutoShape 4"/>
          <p:cNvSpPr/>
          <p:nvPr/>
        </p:nvSpPr>
        <p:spPr>
          <a:xfrm>
            <a:off x="254000" y="4699000"/>
            <a:ext cx="304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 · TOOLS · GUIDE</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5" name="Connector 5"/>
          <p:cNvCxnSpPr/>
          <p:nvPr>
            <p:custDataLst>
              <p:tags r:id="rId11"/>
            </p:custDataLst>
          </p:nvPr>
        </p:nvCxnSpPr>
        <p:spPr>
          <a:xfrm rot="5388540">
            <a:off x="2159000" y="3422661"/>
            <a:ext cx="3810000" cy="12700"/>
          </a:xfrm>
          <a:prstGeom prst="line">
            <a:avLst/>
          </a:prstGeom>
          <a:solidFill>
            <a:schemeClr val="accent2">
              <a:alpha val="100000"/>
            </a:schemeClr>
          </a:solidFill>
          <a:ln w="12700" cap="flat" cmpd="sng">
            <a:solidFill>
              <a:schemeClr val="accent1">
                <a:alpha val="10000"/>
              </a:schemeClr>
            </a:solidFill>
            <a:prstDash val="solid"/>
            <a:round/>
            <a:headEnd type="none" w="med" len="med"/>
            <a:tailEnd type="none" w="med" len="med"/>
          </a:ln>
        </p:spPr>
      </p:cxnSp>
      <p:sp>
        <p:nvSpPr>
          <p:cNvPr id="6" name="AutoShape 6"/>
          <p:cNvSpPr/>
          <p:nvPr/>
        </p:nvSpPr>
        <p:spPr>
          <a:xfrm>
            <a:off x="4572000" y="2286000"/>
            <a:ext cx="711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智能赋能</a:t>
            </a:r>
            <a:endPar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custDataLst>
              <p:tags r:id="rId12"/>
            </p:custDataLst>
          </p:nvPr>
        </p:nvSpPr>
        <p:spPr>
          <a:xfrm>
            <a:off x="4572000" y="3365500"/>
            <a:ext cx="762000" cy="50800"/>
          </a:xfrm>
          <a:prstGeom prst="roundRect">
            <a:avLst>
              <a:gd name="adj" fmla="val 0"/>
            </a:avLst>
          </a:prstGeom>
          <a:solidFill>
            <a:schemeClr val="accent1">
              <a:alpha val="100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4572000" y="3810000"/>
            <a:ext cx="711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整合所有主流法律AI工具，提供“手把手”保姆级教程。我们深知技术的门槛不应成为阻碍，因此致力于让每一位律师，无论技术背景深浅，都能轻松驾驭最前沿的AI能力，将高效与专业完美融合，真正成为技术的主人。</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1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2" r:link="rId3" cstate="screen"/>
          <a:stretch>
            <a:fillRect/>
          </a:stretch>
        </p:blipFill>
        <p:spPr>
          <a:xfrm>
            <a:off x="0" y="0"/>
            <a:ext cx="720090" cy="663665"/>
          </a:xfrm>
          <a:prstGeom prst="rect">
            <a:avLst/>
          </a:prstGeom>
        </p:spPr>
      </p:pic>
      <p:pic>
        <p:nvPicPr>
          <p:cNvPr id="7" name="图片 6"/>
          <p:cNvPicPr/>
          <p:nvPr userDrawn="1">
            <p:custDataLst>
              <p:tags r:id="rId4"/>
            </p:custDataLst>
          </p:nvPr>
        </p:nvPicPr>
        <p:blipFill>
          <a:blip r:embed="rId5" r:link="rId6" cstate="screen"/>
          <a:stretch>
            <a:fillRect/>
          </a:stretch>
        </p:blipFill>
        <p:spPr>
          <a:xfrm>
            <a:off x="11471910" y="0"/>
            <a:ext cx="720090" cy="663665"/>
          </a:xfrm>
          <a:prstGeom prst="rect">
            <a:avLst/>
          </a:prstGeom>
        </p:spPr>
      </p:pic>
      <p:sp>
        <p:nvSpPr>
          <p:cNvPr id="2" name="AutoShape 2"/>
          <p:cNvSpPr/>
          <p:nvPr>
            <p:custDataLst>
              <p:tags r:id="rId7"/>
            </p:custDataLst>
          </p:nvPr>
        </p:nvSpPr>
        <p:spPr>
          <a:xfrm>
            <a:off x="0" y="0"/>
            <a:ext cx="3556000" cy="6858000"/>
          </a:xfrm>
          <a:prstGeom prst="roundRect">
            <a:avLst>
              <a:gd name="adj" fmla="val 0"/>
            </a:avLst>
          </a:prstGeom>
          <a:solidFill>
            <a:schemeClr val="accent1">
              <a:alpha val="3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3" name="Picture 3"/>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 y="2540000"/>
            <a:ext cx="1778000" cy="1778000"/>
          </a:xfrm>
          <a:prstGeom prst="rect">
            <a:avLst/>
          </a:prstGeom>
        </p:spPr>
      </p:pic>
      <p:sp>
        <p:nvSpPr>
          <p:cNvPr id="4" name="AutoShape 4"/>
          <p:cNvSpPr/>
          <p:nvPr/>
        </p:nvSpPr>
        <p:spPr>
          <a:xfrm>
            <a:off x="4445000" y="2413000"/>
            <a:ext cx="711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品牌塑造</a:t>
            </a:r>
            <a:endPar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5" name="Connector 5"/>
          <p:cNvCxnSpPr/>
          <p:nvPr>
            <p:custDataLst>
              <p:tags r:id="rId11"/>
            </p:custDataLst>
          </p:nvPr>
        </p:nvCxnSpPr>
        <p:spPr>
          <a:xfrm rot="-6138">
            <a:off x="4445006" y="3549650"/>
            <a:ext cx="7112000" cy="12700"/>
          </a:xfrm>
          <a:prstGeom prst="line">
            <a:avLst/>
          </a:prstGeom>
          <a:solidFill>
            <a:schemeClr val="accent2">
              <a:alpha val="100000"/>
            </a:schemeClr>
          </a:solidFill>
          <a:ln w="12700" cap="flat" cmpd="sng">
            <a:solidFill>
              <a:schemeClr val="accent1">
                <a:alpha val="15000"/>
              </a:schemeClr>
            </a:solidFill>
            <a:prstDash val="solid"/>
            <a:round/>
            <a:headEnd type="none" w="med" len="med"/>
            <a:tailEnd type="none" w="med" len="med"/>
          </a:ln>
        </p:spPr>
      </p:cxnSp>
      <p:sp>
        <p:nvSpPr>
          <p:cNvPr id="6" name="AutoShape 6"/>
          <p:cNvSpPr/>
          <p:nvPr/>
        </p:nvSpPr>
        <p:spPr>
          <a:xfrm>
            <a:off x="4445000" y="3937000"/>
            <a:ext cx="711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包装个人品牌，一键分发至全网。帮助律师建立独立的个人品牌，摆脱平台依赖，实现自主获客。在“后大所时代”，让每一位律师都能拥有专属的“市场部”，将专业价值精准传递给目标客户，构建可持续的职业影响力。</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1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2" r:link="rId3" cstate="screen"/>
          <a:stretch>
            <a:fillRect/>
          </a:stretch>
        </p:blipFill>
        <p:spPr>
          <a:xfrm>
            <a:off x="0" y="0"/>
            <a:ext cx="720090" cy="663665"/>
          </a:xfrm>
          <a:prstGeom prst="rect">
            <a:avLst/>
          </a:prstGeom>
        </p:spPr>
      </p:pic>
      <p:pic>
        <p:nvPicPr>
          <p:cNvPr id="6" name="图片 5"/>
          <p:cNvPicPr/>
          <p:nvPr userDrawn="1">
            <p:custDataLst>
              <p:tags r:id="rId4"/>
            </p:custDataLst>
          </p:nvPr>
        </p:nvPicPr>
        <p:blipFill>
          <a:blip r:embed="rId5" r:link="rId6" cstate="screen"/>
          <a:stretch>
            <a:fillRect/>
          </a:stretch>
        </p:blipFill>
        <p:spPr>
          <a:xfrm>
            <a:off x="11471910" y="0"/>
            <a:ext cx="720090" cy="663665"/>
          </a:xfrm>
          <a:prstGeom prst="rect">
            <a:avLst/>
          </a:prstGeom>
        </p:spPr>
      </p:pic>
      <p:sp>
        <p:nvSpPr>
          <p:cNvPr id="2" name="AutoShape 2"/>
          <p:cNvSpPr/>
          <p:nvPr/>
        </p:nvSpPr>
        <p:spPr>
          <a:xfrm>
            <a:off x="0" y="203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强大的心脏</a:t>
            </a:r>
            <a:endPar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Connector 3"/>
          <p:cNvCxnSpPr/>
          <p:nvPr/>
        </p:nvCxnSpPr>
        <p:spPr>
          <a:xfrm rot="-34376">
            <a:off x="5461032" y="3295650"/>
            <a:ext cx="1270000" cy="12700"/>
          </a:xfrm>
          <a:prstGeom prst="straightConnector1">
            <a:avLst/>
          </a:prstGeom>
          <a:solidFill>
            <a:srgbClr val="DEE0E3">
              <a:alpha val="100000"/>
            </a:srgbClr>
          </a:solidFill>
          <a:ln w="25400" cap="flat" cmpd="sng">
            <a:solidFill>
              <a:srgbClr val="D1D1D6">
                <a:alpha val="100000"/>
              </a:srgbClr>
            </a:solidFill>
            <a:prstDash val="solid"/>
            <a:round/>
            <a:headEnd type="none" w="lg" len="lg"/>
            <a:tailEnd type="none" w="lg" len="lg"/>
          </a:ln>
        </p:spPr>
      </p:cxnSp>
      <p:sp>
        <p:nvSpPr>
          <p:cNvPr id="4" name="AutoShape 4"/>
          <p:cNvSpPr/>
          <p:nvPr/>
        </p:nvSpPr>
        <p:spPr>
          <a:xfrm>
            <a:off x="0" y="381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Google Gemma 4</a:t>
            </a:r>
            <a:endParaRPr 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1016000" y="51943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 Google Gemma 4 强大的原生函数调用与多步规划能力，打造真正自主的 AI Agent。</a:t>
            </a:r>
            <a:endPar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7"/>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图片 15"/>
          <p:cNvPicPr/>
          <p:nvPr userDrawn="1">
            <p:custDataLst>
              <p:tags r:id="rId1"/>
            </p:custDataLst>
          </p:nvPr>
        </p:nvPicPr>
        <p:blipFill>
          <a:blip r:embed="rId2" r:link="rId3" cstate="screen"/>
          <a:stretch>
            <a:fillRect/>
          </a:stretch>
        </p:blipFill>
        <p:spPr>
          <a:xfrm>
            <a:off x="0" y="0"/>
            <a:ext cx="720090" cy="663665"/>
          </a:xfrm>
          <a:prstGeom prst="rect">
            <a:avLst/>
          </a:prstGeom>
        </p:spPr>
      </p:pic>
      <p:pic>
        <p:nvPicPr>
          <p:cNvPr id="15" name="图片 14"/>
          <p:cNvPicPr/>
          <p:nvPr userDrawn="1">
            <p:custDataLst>
              <p:tags r:id="rId4"/>
            </p:custDataLst>
          </p:nvPr>
        </p:nvPicPr>
        <p:blipFill>
          <a:blip r:embed="rId5" r:link="rId6" cstate="screen"/>
          <a:stretch>
            <a:fillRect/>
          </a:stretch>
        </p:blipFill>
        <p:spPr>
          <a:xfrm>
            <a:off x="11471910" y="0"/>
            <a:ext cx="720090" cy="663665"/>
          </a:xfrm>
          <a:prstGeom prst="rect">
            <a:avLst/>
          </a:prstGeom>
        </p:spPr>
      </p:pic>
      <p:sp>
        <p:nvSpPr>
          <p:cNvPr id="2" name="AutoShape 2"/>
          <p:cNvSpPr/>
          <p:nvPr/>
        </p:nvSpPr>
        <p:spPr>
          <a:xfrm>
            <a:off x="508000" y="2286000"/>
            <a:ext cx="4826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1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60万</a:t>
            </a:r>
            <a:endParaRPr lang="en-US" sz="1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508000" y="4572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截至2025年最新行业统计，中国执业律师的总规模已突破这一量级，构成了法律服务市场的核心主体。</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 name="Connector 4"/>
          <p:cNvCxnSpPr/>
          <p:nvPr>
            <p:custDataLst>
              <p:tags r:id="rId7"/>
            </p:custDataLst>
          </p:nvPr>
        </p:nvCxnSpPr>
        <p:spPr>
          <a:xfrm rot="5386777">
            <a:off x="4191000" y="3422662"/>
            <a:ext cx="3302000" cy="12700"/>
          </a:xfrm>
          <a:prstGeom prst="line">
            <a:avLst/>
          </a:prstGeom>
          <a:solidFill>
            <a:schemeClr val="accent1">
              <a:alpha val="100000"/>
            </a:schemeClr>
          </a:solidFill>
          <a:ln w="12700" cap="flat" cmpd="sng">
            <a:solidFill>
              <a:srgbClr val="C8C8C8">
                <a:alpha val="60000"/>
              </a:srgbClr>
            </a:solidFill>
            <a:prstDash val="solid"/>
            <a:round/>
            <a:headEnd type="none" w="med" len="med"/>
            <a:tailEnd type="none" w="med" len="med"/>
          </a:ln>
        </p:spPr>
      </p:cxnSp>
      <p:sp>
        <p:nvSpPr>
          <p:cNvPr id="5" name="AutoShape 5"/>
          <p:cNvSpPr/>
          <p:nvPr>
            <p:custDataLst>
              <p:tags r:id="rId8"/>
            </p:custDataLst>
          </p:nvPr>
        </p:nvSpPr>
        <p:spPr>
          <a:xfrm>
            <a:off x="6350000" y="1651000"/>
            <a:ext cx="5334000" cy="1270000"/>
          </a:xfrm>
          <a:prstGeom prst="roundRect">
            <a:avLst>
              <a:gd name="adj" fmla="val 0"/>
            </a:avLst>
          </a:prstGeom>
          <a:solidFill>
            <a:schemeClr val="accent2">
              <a:alpha val="2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604000" y="1841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一个亟待被赋能的存量蓝海</a:t>
            </a:r>
            <a:endPar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7" name="Connector 7"/>
          <p:cNvCxnSpPr/>
          <p:nvPr>
            <p:custDataLst>
              <p:tags r:id="rId9"/>
            </p:custDataLst>
          </p:nvPr>
        </p:nvCxnSpPr>
        <p:spPr>
          <a:xfrm rot="-9046">
            <a:off x="6604008" y="2406650"/>
            <a:ext cx="4826000" cy="12700"/>
          </a:xfrm>
          <a:prstGeom prst="line">
            <a:avLst/>
          </a:prstGeom>
          <a:solidFill>
            <a:schemeClr val="accent1">
              <a:alpha val="100000"/>
            </a:schemeClr>
          </a:solidFill>
          <a:ln w="12700" cap="flat" cmpd="sng">
            <a:solidFill>
              <a:schemeClr val="accent2">
                <a:alpha val="10000"/>
              </a:schemeClr>
            </a:solidFill>
            <a:prstDash val="solid"/>
            <a:round/>
            <a:headEnd type="none" w="med" len="med"/>
            <a:tailEnd type="none" w="med" len="med"/>
          </a:ln>
        </p:spPr>
      </p:cxnSp>
      <p:sp>
        <p:nvSpPr>
          <p:cNvPr id="8" name="AutoShape 8"/>
          <p:cNvSpPr/>
          <p:nvPr/>
        </p:nvSpPr>
        <p:spPr>
          <a:xfrm>
            <a:off x="6604000" y="2540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这是一个高度专业、需求刚性且尚未被充分数字化渗透的市场。律师群体不仅是服务提供者，更是亟需工具升级与品牌建设的核心用户。</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custDataLst>
              <p:tags r:id="rId10"/>
            </p:custDataLst>
          </p:nvPr>
        </p:nvSpPr>
        <p:spPr>
          <a:xfrm>
            <a:off x="6350000" y="3683000"/>
            <a:ext cx="5334000" cy="1778000"/>
          </a:xfrm>
          <a:prstGeom prst="roundRect">
            <a:avLst>
              <a:gd name="adj" fmla="val 0"/>
            </a:avLst>
          </a:prstGeom>
          <a:solidFill>
            <a:schemeClr val="accent2">
              <a:alpha val="2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6604000" y="3873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效率、品牌与连接的三重渴望</a:t>
            </a:r>
            <a:endPar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1" name="Connector 11"/>
          <p:cNvCxnSpPr/>
          <p:nvPr>
            <p:custDataLst>
              <p:tags r:id="rId11"/>
            </p:custDataLst>
          </p:nvPr>
        </p:nvCxnSpPr>
        <p:spPr>
          <a:xfrm rot="-9046">
            <a:off x="6604008" y="4438650"/>
            <a:ext cx="4826000" cy="12700"/>
          </a:xfrm>
          <a:prstGeom prst="line">
            <a:avLst/>
          </a:prstGeom>
          <a:solidFill>
            <a:schemeClr val="accent1">
              <a:alpha val="100000"/>
            </a:schemeClr>
          </a:solidFill>
          <a:ln w="12700" cap="flat" cmpd="sng">
            <a:solidFill>
              <a:schemeClr val="accent2">
                <a:alpha val="10000"/>
              </a:schemeClr>
            </a:solidFill>
            <a:prstDash val="solid"/>
            <a:round/>
            <a:headEnd type="none" w="med" len="med"/>
            <a:tailEnd type="none" w="med" len="med"/>
          </a:ln>
        </p:spPr>
      </p:cxnSp>
      <p:sp>
        <p:nvSpPr>
          <p:cNvPr id="12" name="AutoShape 12"/>
          <p:cNvSpPr/>
          <p:nvPr/>
        </p:nvSpPr>
        <p:spPr>
          <a:xfrm>
            <a:off x="6604000" y="4572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传统工作模式效率低下，案源获取依赖人脉积累，缺乏标准化的品牌展示与客户触达工具。</a:t>
            </a:r>
            <a:endPar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3" name="Connector 13"/>
          <p:cNvCxnSpPr/>
          <p:nvPr>
            <p:custDataLst>
              <p:tags r:id="rId12"/>
            </p:custDataLst>
          </p:nvPr>
        </p:nvCxnSpPr>
        <p:spPr>
          <a:xfrm rot="5354166">
            <a:off x="8540750" y="5105442"/>
            <a:ext cx="952500" cy="12700"/>
          </a:xfrm>
          <a:prstGeom prst="line">
            <a:avLst/>
          </a:prstGeom>
          <a:solidFill>
            <a:schemeClr val="accent1">
              <a:alpha val="100000"/>
            </a:schemeClr>
          </a:solidFill>
          <a:ln w="12700" cap="flat" cmpd="sng">
            <a:solidFill>
              <a:schemeClr val="accent2">
                <a:alpha val="10000"/>
              </a:schemeClr>
            </a:solidFill>
            <a:prstDash val="dash"/>
            <a:round/>
            <a:headEnd type="none" w="med" len="med"/>
            <a:tailEnd type="none" w="med" len="med"/>
          </a:ln>
        </p:spPr>
      </p:cxnSp>
      <p:sp>
        <p:nvSpPr>
          <p:cNvPr id="14" name="AutoShape 14"/>
          <p:cNvSpPr/>
          <p:nvPr/>
        </p:nvSpPr>
        <p:spPr>
          <a:xfrm>
            <a:off x="9144000" y="4572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渴望通过技术手段打破信息差，建立个人IP，实现从“法律服务者”到“专业价值提供者”的身份跃迁。</a:t>
            </a:r>
            <a:endPar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1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1626870" y="2667000"/>
            <a:ext cx="1524000" cy="15240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p>
            <a:pPr algn="ctr"/>
            <a:r>
              <a:rPr lang="en-US" altLang="zh-CN" sz="7200" spc="200">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altLang="zh-CN" sz="7200" spc="200">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标题 4"/>
          <p:cNvSpPr>
            <a:spLocks noGrp="1"/>
          </p:cNvSpPr>
          <p:nvPr>
            <p:custDataLst>
              <p:tags r:id="rId2"/>
            </p:custDataLst>
          </p:nvPr>
        </p:nvSpPr>
        <p:spPr>
          <a:xfrm>
            <a:off x="3811906" y="2433955"/>
            <a:ext cx="5767705" cy="835660"/>
          </a:xfrm>
          <a:prstGeom prst="rect">
            <a:avLst/>
          </a:prstGeom>
        </p:spPr>
        <p:txBody>
          <a:bodyPr vert="horz" wrap="square" lIns="0" tIns="0" rIns="0" bIns="0" rtlCol="0" anchor="ctr"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4800" b="0" u="none" strike="noStrike" kern="1200" cap="none" spc="500" normalizeH="0">
                <a:solidFill>
                  <a:schemeClr val="accent1"/>
                </a:solidFill>
                <a:uFillTx/>
                <a:latin typeface="Arial" panose="020B0604020202020204" pitchFamily="34" charset="0"/>
                <a:ea typeface="汉仪旗黑-85S" panose="00020600040101010101" pitchFamily="18" charset="-122"/>
                <a:cs typeface="+mj-cs"/>
              </a:defRPr>
            </a:lvl1pPr>
          </a:lstStyle>
          <a:p>
            <a:pPr marL="0" indent="0" algn="dist">
              <a:lnSpc>
                <a:spcPct val="100000"/>
              </a:lnSpc>
              <a:spcBef>
                <a:spcPts val="0"/>
              </a:spcBef>
              <a:spcAft>
                <a:spcPts val="0"/>
              </a:spcAft>
              <a:buSzPct val="100000"/>
              <a:buNone/>
            </a:pPr>
            <a:r>
              <a:rPr lang="en-US" sz="48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我们的愿景</a:t>
            </a:r>
            <a:endParaRPr lang="en-US" sz="48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副标题 3"/>
          <p:cNvSpPr>
            <a:spLocks noGrp="1"/>
          </p:cNvSpPr>
          <p:nvPr>
            <p:custDataLst>
              <p:tags r:id="rId3"/>
            </p:custDataLst>
          </p:nvPr>
        </p:nvSpPr>
        <p:spPr>
          <a:xfrm>
            <a:off x="3811906" y="3681096"/>
            <a:ext cx="5767705" cy="321945"/>
          </a:xfrm>
          <a:prstGeom prst="rect">
            <a:avLst/>
          </a:prstGeom>
        </p:spPr>
        <p:txBody>
          <a:bodyPr vert="horz" wrap="square" lIns="0" tIns="0" rIns="0" bIns="0" rtlCol="0" anchor="t" anchorCtr="0">
            <a:normAutofit/>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u="none" strike="noStrike" kern="1200" cap="none" spc="200" normalizeH="0" baseline="0">
                <a:solidFill>
                  <a:schemeClr val="bg1"/>
                </a:solidFill>
                <a:uFillTx/>
                <a:latin typeface="Arial" panose="020B0604020202020204" pitchFamily="34" charset="0"/>
                <a:ea typeface="微软雅黑" panose="020B0503020204020204" charset="-122"/>
                <a:cs typeface="+mn-cs"/>
              </a:defRPr>
            </a:lvl1pPr>
            <a:lvl2pPr marL="457200" indent="0" algn="ctr"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9pPr>
          </a:lstStyle>
          <a:p>
            <a:pPr marL="0" lvl="0" indent="0" algn="dist">
              <a:lnSpc>
                <a:spcPct val="100000"/>
              </a:lnSpc>
              <a:spcBef>
                <a:spcPts val="0"/>
              </a:spcBef>
              <a:spcAft>
                <a:spcPts val="0"/>
              </a:spcAft>
              <a:buSzPct val="100000"/>
              <a:buNone/>
            </a:pPr>
            <a:r>
              <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rPr>
              <a:t>赋能每一位律师，让他们更专注于维护公平与正义。</a:t>
            </a:r>
            <a:endParaRPr lang="en-US" sz="1600" strike="noStrike">
              <a:solidFill>
                <a:schemeClr val="lt1">
                  <a:lumMod val="50000"/>
                </a:schemeClr>
              </a:solidFill>
              <a:latin typeface="微软雅黑" panose="020B0503020204020204" charset="-122"/>
              <a:cs typeface="微软雅黑" panose="020B0503020204020204" charset="-122"/>
              <a:sym typeface="微软雅黑" panose="020B0503020204020204" charset="-122"/>
            </a:endParaRPr>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p:nvPr/>
        </p:nvSpPr>
        <p:spPr>
          <a:xfrm>
            <a:off x="0" y="5715000"/>
            <a:ext cx="12192000" cy="381000"/>
          </a:xfrm>
          <a:prstGeom prst="rect">
            <a:avLst/>
          </a:prstGeom>
          <a:noFill/>
          <a:ln w="12700" cap="flat" cmpd="sng">
            <a:noFill/>
            <a:prstDash val="solid"/>
            <a:round/>
          </a:ln>
        </p:spPr>
        <p:txBody>
          <a:bodyPr vert="horz" wrap="square" lIns="0" tIns="0" rIns="0" bIns="0" rtlCol="0" anchor="ctr" anchorCtr="0"/>
          <a:p>
            <a:pPr marL="0" indent="0" algn="ctr">
              <a:lnSpc>
                <a:spcPct val="125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wangmengcheng@xwxbdo.cn</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25000"/>
              </a:lnSpc>
            </a:pPr>
            <a:r>
              <a:rPr lang="zh-CN" alt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演示网址</a:t>
            </a:r>
            <a:r>
              <a:rPr lang="en-US" altLang="zh-CN"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:https://lvxiangbao.zhaoyizu.com</a:t>
            </a:r>
            <a:endParaRPr lang="en-US" altLang="zh-CN"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文本框 5"/>
          <p:cNvSpPr txBox="1"/>
          <p:nvPr>
            <p:custDataLst>
              <p:tags r:id="rId1"/>
            </p:custDataLst>
          </p:nvPr>
        </p:nvSpPr>
        <p:spPr>
          <a:xfrm>
            <a:off x="6807985" y="2446038"/>
            <a:ext cx="1276350" cy="419100"/>
          </a:xfrm>
          <a:prstGeom prst="rect">
            <a:avLst/>
          </a:prstGeom>
          <a:noFill/>
        </p:spPr>
        <p:txBody>
          <a:bodyPr wrap="square" lIns="0" tIns="0" rIns="0" bIns="0" rtlCol="0" anchor="ctr" anchorCtr="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en-US" altLang="zh-CN" sz="2800" b="1" spc="200">
                <a:solidFill>
                  <a:schemeClr val="lt1">
                    <a:lumMod val="50000"/>
                  </a:schemeClr>
                </a:solidFill>
                <a:uFillTx/>
                <a:latin typeface="微软雅黑" panose="020B0503020204020204" charset="-122"/>
                <a:ea typeface="微软雅黑" panose="020B0503020204020204" charset="-122"/>
                <a:cs typeface="Arial" panose="020B0604020202020204" pitchFamily="34" charset="0"/>
                <a:sym typeface="微软雅黑" panose="020B0503020204020204" charset="-122"/>
              </a:rPr>
              <a:t>2026</a:t>
            </a:r>
            <a:endParaRPr lang="en-US" altLang="zh-CN" sz="2800" b="1" spc="200">
              <a:solidFill>
                <a:schemeClr val="lt1">
                  <a:lumMod val="50000"/>
                </a:schemeClr>
              </a:solidFill>
              <a:uFillTx/>
              <a:latin typeface="微软雅黑" panose="020B0503020204020204" charset="-122"/>
              <a:ea typeface="微软雅黑" panose="020B0503020204020204" charset="-122"/>
              <a:cs typeface="Arial" panose="020B0604020202020204" pitchFamily="34" charset="0"/>
              <a:sym typeface="微软雅黑" panose="020B0503020204020204" charset="-122"/>
            </a:endParaRPr>
          </a:p>
        </p:txBody>
      </p:sp>
      <p:sp>
        <p:nvSpPr>
          <p:cNvPr id="10" name="标题 1"/>
          <p:cNvSpPr>
            <a:spLocks noGrp="1"/>
          </p:cNvSpPr>
          <p:nvPr>
            <p:custDataLst>
              <p:tags r:id="rId2"/>
            </p:custDataLst>
          </p:nvPr>
        </p:nvSpPr>
        <p:spPr>
          <a:xfrm>
            <a:off x="6730982" y="2871321"/>
            <a:ext cx="4572036" cy="1172210"/>
          </a:xfrm>
          <a:prstGeom prst="rect">
            <a:avLst/>
          </a:prstGeom>
        </p:spPr>
        <p:txBody>
          <a:bodyPr vert="horz" wrap="square" lIns="0" tIns="0" rIns="0" bIns="0" rtlCol="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u="none" strike="noStrike" kern="1200" cap="none" spc="700" normalizeH="0">
                <a:solidFill>
                  <a:schemeClr val="accent1"/>
                </a:solidFill>
                <a:uFillTx/>
                <a:latin typeface="Arial" panose="020B0604020202020204" pitchFamily="34" charset="0"/>
                <a:ea typeface="汉仪旗黑-85S" panose="00020600040101010101" pitchFamily="18" charset="-122"/>
                <a:cs typeface="+mj-cs"/>
              </a:defRPr>
            </a:lvl1pPr>
          </a:lstStyle>
          <a:p>
            <a:pPr marL="0" indent="0" algn="l">
              <a:lnSpc>
                <a:spcPct val="100000"/>
              </a:lnSpc>
              <a:spcBef>
                <a:spcPts val="0"/>
              </a:spcBef>
              <a:spcAft>
                <a:spcPts val="0"/>
              </a:spcAft>
              <a:buSzPct val="100000"/>
              <a:buNone/>
            </a:pPr>
            <a:r>
              <a:rPr lang="en-US" sz="66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谢谢</a:t>
            </a:r>
            <a:endParaRPr lang="en-US" sz="6600" strike="noStrike">
              <a:solidFill>
                <a:schemeClr val="accent1">
                  <a:lumMod val="7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文本占位符 4"/>
          <p:cNvSpPr>
            <a:spLocks noGrp="1"/>
          </p:cNvSpPr>
          <p:nvPr>
            <p:custDataLst>
              <p:tags r:id="rId3"/>
            </p:custDataLst>
          </p:nvPr>
        </p:nvSpPr>
        <p:spPr>
          <a:xfrm>
            <a:off x="6730982" y="4254184"/>
            <a:ext cx="4572036" cy="370205"/>
          </a:xfrm>
          <a:prstGeom prst="rect">
            <a:avLst/>
          </a:prstGeom>
        </p:spPr>
        <p:txBody>
          <a:bodyPr vert="horz" wrap="square" lIns="0" tIns="0" rIns="0" bIns="0" rtlCol="0" anchor="t" anchorCtr="0">
            <a:normAutofit/>
          </a:bodyPr>
          <a:lstStyle>
            <a:lvl1pPr marL="457200" marR="0" indent="-45720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2000" b="0" u="none" strike="noStrike" kern="1200" cap="none" spc="20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457200" algn="l">
              <a:lnSpc>
                <a:spcPct val="100000"/>
              </a:lnSpc>
              <a:spcBef>
                <a:spcPts val="0"/>
              </a:spcBef>
              <a:spcAft>
                <a:spcPts val="0"/>
              </a:spcAft>
              <a:buSzPct val="100000"/>
              <a:buNone/>
            </a:pPr>
            <a:r>
              <a:rPr lang="en-US" sz="2000" strike="noStrike">
                <a:solidFill>
                  <a:schemeClr val="lt2">
                    <a:lumMod val="50000"/>
                  </a:schemeClr>
                </a:solidFill>
                <a:latin typeface="微软雅黑" panose="020B0503020204020204" charset="-122"/>
                <a:cs typeface="微软雅黑" panose="020B0503020204020204" charset="-122"/>
                <a:sym typeface="微软雅黑" panose="020B0503020204020204" charset="-122"/>
              </a:rPr>
              <a:t>律享宝团队</a:t>
            </a:r>
            <a:endParaRPr lang="en-US" sz="2000" strike="noStrike">
              <a:solidFill>
                <a:schemeClr val="lt2">
                  <a:lumMod val="50000"/>
                </a:schemeClr>
              </a:solidFill>
              <a:latin typeface="微软雅黑" panose="020B0503020204020204" charset="-122"/>
              <a:cs typeface="微软雅黑" panose="020B0503020204020204" charset="-122"/>
              <a:sym typeface="微软雅黑" panose="020B0503020204020204" charset="-122"/>
            </a:endParaRPr>
          </a:p>
        </p:txBody>
      </p:sp>
      <p:cxnSp>
        <p:nvCxnSpPr>
          <p:cNvPr id="8" name="直接连接符 7"/>
          <p:cNvCxnSpPr/>
          <p:nvPr>
            <p:custDataLst>
              <p:tags r:id="rId4"/>
            </p:custDataLst>
          </p:nvPr>
        </p:nvCxnSpPr>
        <p:spPr>
          <a:xfrm>
            <a:off x="6730982" y="4049714"/>
            <a:ext cx="407177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 name="KSO_WM_SLIDE_BACKGROUND_TYPE" val="leftRight"/>
  <p:tag name="KSO_WM_SLIDE_BK_DARK_LIGHT"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 name="KSO_WM_SLIDE_BACKGROUND_TYPE" val="topBottom"/>
  <p:tag name="KSO_WM_SLIDE_BK_DARK_LIGHT"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 name="KSO_WM_SLIDE_BACKGROUND_TYPE" val="bottomTop"/>
  <p:tag name="KSO_WM_SLIDE_BK_DARK_LIGHT"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 name="KSO_WM_SLIDE_BACKGROUND_TYPE" val="navigation"/>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56"/>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56"/>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TEMPLATE_THUMBS_INDEX" val="1、4、7、9、11、12、16、17、18、20、23、28、33、34、35"/>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556"/>
  <p:tag name="KSO_WM_TEMPLATE_MASTER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556_1*i*1"/>
  <p:tag name="KSO_WM_TEMPLATE_CATEGORY" val="custom"/>
  <p:tag name="KSO_WM_TEMPLATE_INDEX" val="20204556"/>
  <p:tag name="KSO_WM_UNIT_LAYERLEVEL" val="1"/>
  <p:tag name="KSO_WM_TAG_VERSION" val="1.0"/>
  <p:tag name="KSO_WM_BEAUTIFY_FLAG" val="#wm#"/>
  <p:tag name="KSO_WM_UNIT_LINE_FORE_SCHEMECOLOR_INDEX_BRIGHTNESS" val="0"/>
  <p:tag name="KSO_WM_UNIT_LINE_FORE_SCHEMECOLOR_INDEX" val="5"/>
  <p:tag name="KSO_WM_UNIT_LINE_FILL_TYPE" val="2"/>
</p:tagLst>
</file>

<file path=ppt/tags/tag145.xml><?xml version="1.0" encoding="utf-8"?>
<p:tagLst xmlns:p="http://schemas.openxmlformats.org/presentationml/2006/main">
  <p:tag name="KSO_WM_UNIT_ISCONTENTSTITLE" val="0"/>
  <p:tag name="KSO_WM_UNIT_PRESET_TEXT" val="汇报人姓名"/>
  <p:tag name="KSO_WM_UNIT_NOCLEAR" val="0"/>
  <p:tag name="KSO_WM_UNIT_VALUE" val="9"/>
  <p:tag name="KSO_WM_UNIT_HIGHLIGHT" val="0"/>
  <p:tag name="KSO_WM_UNIT_COMPATIBLE" val="0"/>
  <p:tag name="KSO_WM_UNIT_DIAGRAM_ISNUMVISUAL" val="0"/>
  <p:tag name="KSO_WM_UNIT_DIAGRAM_ISREFERUNIT" val="0"/>
  <p:tag name="KSO_WM_UNIT_TYPE" val="b"/>
  <p:tag name="KSO_WM_UNIT_INDEX" val="2"/>
  <p:tag name="KSO_WM_UNIT_ID" val="custom20204556_1*b*2"/>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46.xml><?xml version="1.0" encoding="utf-8"?>
<p:tagLst xmlns:p="http://schemas.openxmlformats.org/presentationml/2006/main">
  <p:tag name="KSO_WM_UNIT_ISCONTENTSTITLE" val="0"/>
  <p:tag name="KSO_WM_UNIT_PRESET_TEXT" val="2020/01/01"/>
  <p:tag name="KSO_WM_UNIT_NOCLEAR" val="0"/>
  <p:tag name="KSO_WM_UNIT_VALUE" val="9"/>
  <p:tag name="KSO_WM_UNIT_HIGHLIGHT" val="0"/>
  <p:tag name="KSO_WM_UNIT_COMPATIBLE" val="0"/>
  <p:tag name="KSO_WM_UNIT_DIAGRAM_ISNUMVISUAL" val="0"/>
  <p:tag name="KSO_WM_UNIT_DIAGRAM_ISREFERUNIT" val="0"/>
  <p:tag name="KSO_WM_UNIT_TYPE" val="b"/>
  <p:tag name="KSO_WM_UNIT_INDEX" val="3"/>
  <p:tag name="KSO_WM_UNIT_ID" val="custom20204556_1*b*3"/>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47.xml><?xml version="1.0" encoding="utf-8"?>
<p:tagLst xmlns:p="http://schemas.openxmlformats.org/presentationml/2006/main">
  <p:tag name="KSO_WM_UNIT_ISCONTENTSTITLE" val="0"/>
  <p:tag name="KSO_WM_UNIT_PRESET_TEXT" val="单击此处输入你的副标题，文字是您思想的提炼，为了最终演示发布的良好效果，请尽量言简意赅的阐述观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4556_1*b*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48.xml><?xml version="1.0" encoding="utf-8"?>
<p:tagLst xmlns:p="http://schemas.openxmlformats.org/presentationml/2006/main">
  <p:tag name="KSO_WM_UNIT_ISCONTENTSTITLE" val="0"/>
  <p:tag name="KSO_WM_UNIT_PRESET_TEXT" val="产品介绍"/>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556_1*a*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Lst>
</file>

<file path=ppt/tags/tag149.xml><?xml version="1.0" encoding="utf-8"?>
<p:tagLst xmlns:p="http://schemas.openxmlformats.org/presentationml/2006/main">
  <p:tag name="KSO_WM_TEMPLATE_THUMBS_INDEX" val="1、4、7、9、11、12、16、17、18、20、23、28、33、34、35"/>
  <p:tag name="KSO_WM_SLIDE_ID" val="custom20204556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4556"/>
  <p:tag name="KSO_WM_SLIDE_LAYOUT" val="a_b"/>
  <p:tag name="KSO_WM_SLIDE_LAYOUT_CNT" val="1_3"/>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5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6"/>
  <p:tag name="KSO_WM_UNIT_LINE_FILL_TYPE" val="2"/>
</p:tagLst>
</file>

<file path=ppt/tags/tag15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6"/>
  <p:tag name="KSO_WM_UNIT_LINE_FILL_TYPE" val="2"/>
</p:tagLst>
</file>

<file path=ppt/tags/tag15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6"/>
  <p:tag name="KSO_WM_UNIT_LINE_FILL_TYPE" val="2"/>
</p:tagLst>
</file>

<file path=ppt/tags/tag155.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56.xml><?xml version="1.0" encoding="utf-8"?>
<p:tagLst xmlns:p="http://schemas.openxmlformats.org/presentationml/2006/main">
  <p:tag name="KSO_WM_SLIDE_BK_DARK_LIGHT" val="2"/>
  <p:tag name="KSO_WM_SLIDE_BACKGROUND_TYPE" val="general"/>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59.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6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6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7"/>
  <p:tag name="KSO_WM_UNIT_LINE_FILL_TYPE" val="2"/>
</p:tagLst>
</file>

<file path=ppt/tags/tag16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6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7"/>
  <p:tag name="KSO_WM_UNIT_LINE_FILL_TYPE" val="2"/>
</p:tagLst>
</file>

<file path=ppt/tags/tag16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6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7"/>
  <p:tag name="KSO_WM_UNIT_LINE_FILL_TYPE" val="2"/>
</p:tagLst>
</file>

<file path=ppt/tags/tag166.xml><?xml version="1.0" encoding="utf-8"?>
<p:tagLst xmlns:p="http://schemas.openxmlformats.org/presentationml/2006/main">
  <p:tag name="KSO_WM_SLIDE_BK_DARK_LIGHT" val="2"/>
  <p:tag name="KSO_WM_SLIDE_BACKGROUND_TYPE" val="general"/>
</p:tagLst>
</file>

<file path=ppt/tags/tag167.xml><?xml version="1.0" encoding="utf-8"?>
<p:tagLst xmlns:p="http://schemas.openxmlformats.org/presentationml/2006/main">
  <p:tag name="KSO_WM_UNIT_PRESET_TEXT" val="01"/>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556_7*e*1"/>
  <p:tag name="KSO_WM_TEMPLATE_CATEGORY" val="custom"/>
  <p:tag name="KSO_WM_TEMPLATE_INDEX" val="20204556"/>
  <p:tag name="KSO_WM_UNIT_LAYERLEVEL" val="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5"/>
  <p:tag name="KSO_WM_UNIT_TEXT_FILL_TYPE" val="1"/>
</p:tagLst>
</file>

<file path=ppt/tags/tag168.xml><?xml version="1.0" encoding="utf-8"?>
<p:tagLst xmlns:p="http://schemas.openxmlformats.org/presentationml/2006/main">
  <p:tag name="KSO_WM_UNIT_ISCONTENTS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4556_7*a*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Lst>
</file>

<file path=ppt/tags/tag169.xml><?xml version="1.0" encoding="utf-8"?>
<p:tagLst xmlns:p="http://schemas.openxmlformats.org/presentationml/2006/main">
  <p:tag name="KSO_WM_UNIT_ISCONTENTSTITLE" val="0"/>
  <p:tag name="KSO_WM_UNIT_PRESET_TEXT" val="单击此处输入你的副标题，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UNIT_TYPE" val="b"/>
  <p:tag name="KSO_WM_UNIT_INDEX" val="1"/>
  <p:tag name="KSO_WM_UNIT_ID" val="custom20204556_7*b*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70.xml><?xml version="1.0" encoding="utf-8"?>
<p:tagLst xmlns:p="http://schemas.openxmlformats.org/presentationml/2006/main">
  <p:tag name="KSO_WM_SLIDE_ID" val="custom20204556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556"/>
  <p:tag name="KSO_WM_SLIDE_LAYOUT" val="a_b_e"/>
  <p:tag name="KSO_WM_SLIDE_LAYOUT_CNT" val="1_1_1"/>
</p:tagLst>
</file>

<file path=ppt/tags/tag171.xml><?xml version="1.0" encoding="utf-8"?>
<p:tagLst xmlns:p="http://schemas.openxmlformats.org/presentationml/2006/main">
  <p:tag name="KSO_WM_UNIT_PRESET_TEXT" val="01"/>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556_7*e*1"/>
  <p:tag name="KSO_WM_TEMPLATE_CATEGORY" val="custom"/>
  <p:tag name="KSO_WM_TEMPLATE_INDEX" val="20204556"/>
  <p:tag name="KSO_WM_UNIT_LAYERLEVEL" val="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5"/>
  <p:tag name="KSO_WM_UNIT_TEXT_FILL_TYPE" val="1"/>
</p:tagLst>
</file>

<file path=ppt/tags/tag172.xml><?xml version="1.0" encoding="utf-8"?>
<p:tagLst xmlns:p="http://schemas.openxmlformats.org/presentationml/2006/main">
  <p:tag name="KSO_WM_UNIT_ISCONTENTS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4556_7*a*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Lst>
</file>

<file path=ppt/tags/tag173.xml><?xml version="1.0" encoding="utf-8"?>
<p:tagLst xmlns:p="http://schemas.openxmlformats.org/presentationml/2006/main">
  <p:tag name="KSO_WM_UNIT_ISCONTENTSTITLE" val="0"/>
  <p:tag name="KSO_WM_UNIT_PRESET_TEXT" val="单击此处输入你的副标题，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UNIT_TYPE" val="b"/>
  <p:tag name="KSO_WM_UNIT_INDEX" val="1"/>
  <p:tag name="KSO_WM_UNIT_ID" val="custom20204556_7*b*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174.xml><?xml version="1.0" encoding="utf-8"?>
<p:tagLst xmlns:p="http://schemas.openxmlformats.org/presentationml/2006/main">
  <p:tag name="KSO_WM_SLIDE_ID" val="custom20204556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556"/>
  <p:tag name="KSO_WM_SLIDE_LAYOUT" val="a_b_e"/>
  <p:tag name="KSO_WM_SLIDE_LAYOUT_CNT" val="1_1_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7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Lst>
</file>

<file path=ppt/tags/tag179.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5"/>
  <p:tag name="KSO_WM_UNIT_LINE_FILL_TYPE" val="2"/>
</p:tagLst>
</file>

<file path=ppt/tags/tag18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1.xml><?xml version="1.0" encoding="utf-8"?>
<p:tagLst xmlns:p="http://schemas.openxmlformats.org/presentationml/2006/main">
  <p:tag name="KSO_WM_SLIDE_BK_DARK_LIGHT" val="2"/>
  <p:tag name="KSO_WM_SLIDE_BACKGROUND_TYPE" val="general"/>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8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Lst>
</file>

<file path=ppt/tags/tag186.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5"/>
  <p:tag name="KSO_WM_UNIT_LINE_FILL_TYPE" val="2"/>
</p:tagLst>
</file>

<file path=ppt/tags/tag187.xml><?xml version="1.0" encoding="utf-8"?>
<p:tagLst xmlns:p="http://schemas.openxmlformats.org/presentationml/2006/main">
  <p:tag name="KSO_WM_SLIDE_BK_DARK_LIGHT" val="2"/>
  <p:tag name="KSO_WM_SLIDE_BACKGROUND_TYPE" val="general"/>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90.xml><?xml version="1.0" encoding="utf-8"?>
<p:tagLst xmlns:p="http://schemas.openxmlformats.org/presentationml/2006/main">
  <p:tag name="KSO_WM_SLIDE_BK_DARK_LIGHT" val="2"/>
  <p:tag name="KSO_WM_SLIDE_BACKGROUND_TYPE" val="general"/>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TYPE" val="i"/>
</p:tagLst>
</file>

<file path=ppt/tags/tag193.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9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9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6"/>
  <p:tag name="KSO_WM_UNIT_LINE_FILL_TYPE" val="2"/>
</p:tagLst>
</file>

<file path=ppt/tags/tag196.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9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6"/>
  <p:tag name="KSO_WM_UNIT_LINE_FILL_TYPE" val="2"/>
</p:tagLst>
</file>

<file path=ppt/tags/tag19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6"/>
  <p:tag name="KSO_WM_UNIT_LINE_FILL_TYPE" val="2"/>
</p:tagLst>
</file>

<file path=ppt/tags/tag199.xml><?xml version="1.0" encoding="utf-8"?>
<p:tagLst xmlns:p="http://schemas.openxmlformats.org/presentationml/2006/main">
  <p:tag name="KSO_WM_SLIDE_BK_DARK_LIGHT" val="2"/>
  <p:tag name="KSO_WM_SLIDE_BACKGROUND_TYPE" val="general"/>
</p:tagLst>
</file>

<file path=ppt/tags/tag200.xml><?xml version="1.0" encoding="utf-8"?>
<p:tagLst xmlns:p="http://schemas.openxmlformats.org/presentationml/2006/main">
  <p:tag name="KSO_WM_UNIT_PRESET_TEXT" val="01"/>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556_7*e*1"/>
  <p:tag name="KSO_WM_TEMPLATE_CATEGORY" val="custom"/>
  <p:tag name="KSO_WM_TEMPLATE_INDEX" val="20204556"/>
  <p:tag name="KSO_WM_UNIT_LAYERLEVEL" val="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5"/>
  <p:tag name="KSO_WM_UNIT_TEXT_FILL_TYPE" val="1"/>
</p:tagLst>
</file>

<file path=ppt/tags/tag201.xml><?xml version="1.0" encoding="utf-8"?>
<p:tagLst xmlns:p="http://schemas.openxmlformats.org/presentationml/2006/main">
  <p:tag name="KSO_WM_UNIT_ISCONTENTS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4556_7*a*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Lst>
</file>

<file path=ppt/tags/tag202.xml><?xml version="1.0" encoding="utf-8"?>
<p:tagLst xmlns:p="http://schemas.openxmlformats.org/presentationml/2006/main">
  <p:tag name="KSO_WM_UNIT_ISCONTENTSTITLE" val="0"/>
  <p:tag name="KSO_WM_UNIT_PRESET_TEXT" val="单击此处输入你的副标题，请尽量言简意赅的阐述观点"/>
  <p:tag name="KSO_WM_UNIT_NOCLEAR" val="0"/>
  <p:tag name="KSO_WM_UNIT_VALUE" val="50"/>
  <p:tag name="KSO_WM_UNIT_HIGHLIGHT" val="0"/>
  <p:tag name="KSO_WM_UNIT_COMPATIBLE" val="0"/>
  <p:tag name="KSO_WM_UNIT_DIAGRAM_ISNUMVISUAL" val="0"/>
  <p:tag name="KSO_WM_UNIT_DIAGRAM_ISREFERUNIT" val="0"/>
  <p:tag name="KSO_WM_UNIT_TYPE" val="b"/>
  <p:tag name="KSO_WM_UNIT_INDEX" val="1"/>
  <p:tag name="KSO_WM_UNIT_ID" val="custom20204556_7*b*1"/>
  <p:tag name="KSO_WM_TEMPLATE_CATEGORY" val="custom"/>
  <p:tag name="KSO_WM_TEMPLATE_INDEX" val="20204556"/>
  <p:tag name="KSO_WM_UNIT_LAYERLEVEL" val="1"/>
  <p:tag name="KSO_WM_TAG_VERSION" val="1.0"/>
  <p:tag name="KSO_WM_BEAUTIFY_FLAG" val="#wm#"/>
  <p:tag name="KSO_WM_UNIT_TEXT_FILL_FORE_SCHEMECOLOR_INDEX_BRIGHTNESS" val="0"/>
  <p:tag name="KSO_WM_UNIT_TEXT_FILL_FORE_SCHEMECOLOR_INDEX" val="14"/>
  <p:tag name="KSO_WM_UNIT_TEXT_FILL_TYPE" val="1"/>
</p:tagLst>
</file>

<file path=ppt/tags/tag203.xml><?xml version="1.0" encoding="utf-8"?>
<p:tagLst xmlns:p="http://schemas.openxmlformats.org/presentationml/2006/main">
  <p:tag name="KSO_WM_SLIDE_ID" val="custom20204556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556"/>
  <p:tag name="KSO_WM_SLIDE_LAYOUT" val="a_b_e"/>
  <p:tag name="KSO_WM_SLIDE_LAYOUT_CNT" val="1_1_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4556_36*i*2"/>
  <p:tag name="KSO_WM_TEMPLATE_CATEGORY" val="custom"/>
  <p:tag name="KSO_WM_TEMPLATE_INDEX" val="20204556"/>
  <p:tag name="KSO_WM_UNIT_LAYERLEVEL" val="1"/>
  <p:tag name="KSO_WM_TAG_VERSION" val="1.0"/>
  <p:tag name="KSO_WM_BEAUTIFY_FLAG" val="#wm#"/>
  <p:tag name="KSO_WM_UNIT_PRESET_TEXT" val="2020"/>
  <p:tag name="KSO_WM_UNIT_TEXT_FILL_FORE_SCHEMECOLOR_INDEX_BRIGHTNESS" val="0"/>
  <p:tag name="KSO_WM_UNIT_TEXT_FILL_FORE_SCHEMECOLOR_INDEX" val="14"/>
  <p:tag name="KSO_WM_UNIT_TEXT_FILL_TYPE" val="1"/>
</p:tagLst>
</file>

<file path=ppt/tags/tag205.xml><?xml version="1.0" encoding="utf-8"?>
<p:tagLst xmlns:p="http://schemas.openxmlformats.org/presentationml/2006/main">
  <p:tag name="KSO_WM_UNIT_ISCONTENTSTITLE" val="0"/>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556_36*a*1"/>
  <p:tag name="KSO_WM_TEMPLATE_CATEGORY" val="custom"/>
  <p:tag name="KSO_WM_TEMPLATE_INDEX" val="20204556"/>
  <p:tag name="KSO_WM_UNIT_LAYERLEVEL" val="1"/>
  <p:tag name="KSO_WM_TAG_VERSION" val="1.0"/>
  <p:tag name="KSO_WM_BEAUTIFY_FLAG" val="#wm#"/>
  <p:tag name="KSO_WM_UNIT_PRESET_TEXT" val="谢谢观看"/>
  <p:tag name="KSO_WM_UNIT_TEXT_FILL_FORE_SCHEMECOLOR_INDEX_BRIGHTNESS" val="0"/>
  <p:tag name="KSO_WM_UNIT_TEXT_FILL_FORE_SCHEMECOLOR_INDEX" val="16"/>
  <p:tag name="KSO_WM_UNIT_TEXT_FILL_TYPE" val="1"/>
</p:tagLst>
</file>

<file path=ppt/tags/tag206.xml><?xml version="1.0" encoding="utf-8"?>
<p:tagLst xmlns:p="http://schemas.openxmlformats.org/presentationml/2006/main">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UNIT_TYPE" val="b"/>
  <p:tag name="KSO_WM_UNIT_INDEX" val="1"/>
  <p:tag name="KSO_WM_UNIT_ID" val="custom20204556_36*b*1"/>
  <p:tag name="KSO_WM_TEMPLATE_CATEGORY" val="custom"/>
  <p:tag name="KSO_WM_TEMPLATE_INDEX" val="20204556"/>
  <p:tag name="KSO_WM_UNIT_LAYERLEVEL" val="1"/>
  <p:tag name="KSO_WM_TAG_VERSION" val="1.0"/>
  <p:tag name="KSO_WM_BEAUTIFY_FLAG" val="#wm#"/>
  <p:tag name="KSO_WM_UNIT_PRESET_TEXT" val="单击此处添加副标题内容"/>
  <p:tag name="KSO_WM_UNIT_TEXT_FILL_FORE_SCHEMECOLOR_INDEX_BRIGHTNESS" val="0"/>
  <p:tag name="KSO_WM_UNIT_TEXT_FILL_FORE_SCHEMECOLOR_INDEX" val="16"/>
  <p:tag name="KSO_WM_UNIT_TEXT_FILL_TYPE"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556_36*i*1"/>
  <p:tag name="KSO_WM_TEMPLATE_CATEGORY" val="custom"/>
  <p:tag name="KSO_WM_TEMPLATE_INDEX" val="20204556"/>
  <p:tag name="KSO_WM_UNIT_LAYERLEVEL" val="1"/>
  <p:tag name="KSO_WM_TAG_VERSION" val="1.0"/>
  <p:tag name="KSO_WM_BEAUTIFY_FLAG" val="#wm#"/>
  <p:tag name="KSO_WM_UNIT_LINE_FORE_SCHEMECOLOR_INDEX_BRIGHTNESS" val="0"/>
  <p:tag name="KSO_WM_UNIT_LINE_FORE_SCHEMECOLOR_INDEX" val="5"/>
  <p:tag name="KSO_WM_UNIT_LINE_FILL_TYPE" val="2"/>
</p:tagLst>
</file>

<file path=ppt/tags/tag208.xml><?xml version="1.0" encoding="utf-8"?>
<p:tagLst xmlns:p="http://schemas.openxmlformats.org/presentationml/2006/main">
  <p:tag name="KSO_WM_SLIDE_ID" val="custom20204556_35"/>
  <p:tag name="KSO_WM_TEMPLATE_SUBCATEGORY" val="0"/>
  <p:tag name="KSO_WM_TEMPLATE_MASTER_TYPE" val="1"/>
  <p:tag name="KSO_WM_TEMPLATE_COLOR_TYPE" val="1"/>
  <p:tag name="KSO_WM_SLIDE_TYPE" val="endPage"/>
  <p:tag name="KSO_WM_SLIDE_SUBTYPE" val="pureTxt"/>
  <p:tag name="KSO_WM_SLIDE_ITEM_CNT" val="0"/>
  <p:tag name="KSO_WM_SLIDE_INDEX" val="35"/>
  <p:tag name="KSO_WM_TAG_VERSION" val="1.0"/>
  <p:tag name="KSO_WM_BEAUTIFY_FLAG" val="#wm#"/>
  <p:tag name="KSO_WM_TEMPLATE_CATEGORY" val="custom"/>
  <p:tag name="KSO_WM_TEMPLATE_INDEX" val="20204556"/>
  <p:tag name="KSO_WM_SLIDE_LAYOUT" val="a_b"/>
  <p:tag name="KSO_WM_SLIDE_LAYOUT_CNT" val="1_1"/>
</p:tagLst>
</file>

<file path=ppt/tags/tag209.xml><?xml version="1.0" encoding="utf-8"?>
<p:tagLst xmlns:p="http://schemas.openxmlformats.org/presentationml/2006/main">
  <p:tag name="commondata" val="eyJoZGlkIjoiNzRjOWZiYjEzNDA0YWFkNDNmOGQ0ODc1ZTdmMmU0MDE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
      <a:dk1>
        <a:srgbClr val="000000"/>
      </a:dk1>
      <a:lt1>
        <a:srgbClr val="FFFFFF"/>
      </a:lt1>
      <a:dk2>
        <a:srgbClr val="142243"/>
      </a:dk2>
      <a:lt2>
        <a:srgbClr val="FFFFFF"/>
      </a:lt2>
      <a:accent1>
        <a:srgbClr val="17C3E7"/>
      </a:accent1>
      <a:accent2>
        <a:srgbClr val="279FD8"/>
      </a:accent2>
      <a:accent3>
        <a:srgbClr val="3679C9"/>
      </a:accent3>
      <a:accent4>
        <a:srgbClr val="6058AD"/>
      </a:accent4>
      <a:accent5>
        <a:srgbClr val="A33783"/>
      </a:accent5>
      <a:accent6>
        <a:srgbClr val="E7175C"/>
      </a:accent6>
      <a:hlink>
        <a:srgbClr val="0563C1"/>
      </a:hlink>
      <a:folHlink>
        <a:srgbClr val="954F72"/>
      </a:folHlink>
    </a:clrScheme>
    <a:fontScheme name="自定义 9">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1157</Words>
  <Application>WPS 演示</Application>
  <PresentationFormat/>
  <Paragraphs>95</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11</vt:i4>
      </vt:variant>
    </vt:vector>
  </HeadingPairs>
  <TitlesOfParts>
    <vt:vector size="21" baseType="lpstr">
      <vt:lpstr>Arial</vt:lpstr>
      <vt:lpstr>宋体</vt:lpstr>
      <vt:lpstr>Wingdings</vt:lpstr>
      <vt:lpstr>Arial</vt:lpstr>
      <vt:lpstr>Helvetica Neue</vt:lpstr>
      <vt:lpstr>微软雅黑</vt:lpstr>
      <vt:lpstr>Arial Unicode MS</vt:lpstr>
      <vt:lpstr>汉仪旗黑-85S</vt:lpstr>
      <vt:lpstr>Office 主题​​</vt:lpstr>
      <vt:lpstr>6_Office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MC</cp:lastModifiedBy>
  <cp:revision>1</cp:revision>
  <dcterms:created xsi:type="dcterms:W3CDTF">2026-06-07T18:01:25Z</dcterms:created>
  <dcterms:modified xsi:type="dcterms:W3CDTF">2026-06-07T18:01:25Z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{"Label":"1","ContentProducer":"001191110102MACQD9K64010000","ProduceID":"7648712425940389069","ReservedCode1":"","ContentPropagator":"","PropagateID":"","ReservedCode2":""}</vt:lpwstr>
  </property>
  <property fmtid="{D5CDD505-2E9C-101B-9397-08002B2CF9AE}" pid="3" name="ICV">
    <vt:lpwstr>DCCF87F007B94FF28B56D1CF5509BB40_13</vt:lpwstr>
  </property>
  <property fmtid="{D5CDD505-2E9C-101B-9397-08002B2CF9AE}" pid="4" name="KSOProductBuildVer">
    <vt:lpwstr>2052-12.1.0.15712</vt:lpwstr>
  </property>
</Properties>
</file>